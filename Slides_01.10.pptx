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  <p:sldMasterId id="2147483923" r:id="rId5"/>
    <p:sldMasterId id="2147483942" r:id="rId6"/>
  </p:sldMasterIdLst>
  <p:notesMasterIdLst>
    <p:notesMasterId r:id="rId13"/>
  </p:notesMasterIdLst>
  <p:handoutMasterIdLst>
    <p:handoutMasterId r:id="rId14"/>
  </p:handoutMasterIdLst>
  <p:sldIdLst>
    <p:sldId id="773" r:id="rId7"/>
    <p:sldId id="775" r:id="rId8"/>
    <p:sldId id="774" r:id="rId9"/>
    <p:sldId id="777" r:id="rId10"/>
    <p:sldId id="776" r:id="rId11"/>
    <p:sldId id="778" r:id="rId12"/>
  </p:sldIdLst>
  <p:sldSz cx="12192000" cy="6858000"/>
  <p:notesSz cx="6797675" cy="9926638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liakov Artem" initials="PA" lastIdx="21" clrIdx="0">
    <p:extLst>
      <p:ext uri="{19B8F6BF-5375-455C-9EA6-DF929625EA0E}">
        <p15:presenceInfo xmlns:p15="http://schemas.microsoft.com/office/powerpoint/2012/main" userId="S-1-5-21-469046344-4009948108-2269563883-23619" providerId="AD"/>
      </p:ext>
    </p:extLst>
  </p:cmAuthor>
  <p:cmAuthor id="2" name="Artem Potlog" initials="AP" lastIdx="1" clrIdx="1">
    <p:extLst>
      <p:ext uri="{19B8F6BF-5375-455C-9EA6-DF929625EA0E}">
        <p15:presenceInfo xmlns:p15="http://schemas.microsoft.com/office/powerpoint/2012/main" userId="afbca79014e95c4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73B2"/>
    <a:srgbClr val="FDAE1E"/>
    <a:srgbClr val="1B4233"/>
    <a:srgbClr val="A6A6A6"/>
    <a:srgbClr val="016061"/>
    <a:srgbClr val="F2F2F2"/>
    <a:srgbClr val="893101"/>
    <a:srgbClr val="DF241D"/>
    <a:srgbClr val="17BECF"/>
    <a:srgbClr val="FF7F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75BF7B-CC30-49B8-A5A6-3236E0F6DDA1}" v="32" dt="2025-10-01T09:38:19.0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92" autoAdjust="0"/>
    <p:restoredTop sz="94578" autoAdjust="0"/>
  </p:normalViewPr>
  <p:slideViewPr>
    <p:cSldViewPr snapToGrid="0">
      <p:cViewPr varScale="1">
        <p:scale>
          <a:sx n="92" d="100"/>
          <a:sy n="92" d="100"/>
        </p:scale>
        <p:origin x="372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tags" Target="tags/tag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handoutMaster" Target="handoutMasters/handout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em Potlog" userId="afbca79014e95c4a" providerId="LiveId" clId="{97778B60-6F33-4101-AF7D-6D6D993FB883}"/>
    <pc:docChg chg="undo custSel addSld delSld modSld sldOrd delSection modSection">
      <pc:chgData name="Artem Potlog" userId="afbca79014e95c4a" providerId="LiveId" clId="{97778B60-6F33-4101-AF7D-6D6D993FB883}" dt="2025-10-01T09:40:18.421" v="615" actId="6549"/>
      <pc:docMkLst>
        <pc:docMk/>
      </pc:docMkLst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977705771" sldId="540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325119249" sldId="541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176553258" sldId="594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4163010530" sldId="680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962019751" sldId="681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312017936" sldId="683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472372351" sldId="685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54480504" sldId="686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437894839" sldId="687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484746381" sldId="688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622879531" sldId="689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328217803" sldId="690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589113183" sldId="691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446353793" sldId="692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4263330379" sldId="693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781339581" sldId="694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914080222" sldId="695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83373129" sldId="696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707170472" sldId="697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935127839" sldId="698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57355261" sldId="699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4199857349" sldId="700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789840395" sldId="701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731325712" sldId="702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40255171" sldId="703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930654371" sldId="704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571328261" sldId="705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4240767334" sldId="706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534817284" sldId="707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327744566" sldId="708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157426244" sldId="709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012812642" sldId="711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221387107" sldId="713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348886349" sldId="714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314806063" sldId="715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651709129" sldId="716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947945928" sldId="719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984653332" sldId="720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063854598" sldId="721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422127047" sldId="722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251389932" sldId="723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738968648" sldId="724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950492005" sldId="725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427545681" sldId="729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229762829" sldId="730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163622566" sldId="731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4073323228" sldId="732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240627335" sldId="733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4086757917" sldId="734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066071254" sldId="735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46788879" sldId="736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4189561672" sldId="737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401252870" sldId="742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509105742" sldId="743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4110892072" sldId="745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637037308" sldId="751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557423828" sldId="752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4196373620" sldId="754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4047724229" sldId="755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356654625" sldId="758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1467456" sldId="760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740282809" sldId="761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007566109" sldId="762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051560872" sldId="764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469169016" sldId="765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129238921" sldId="766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728801981" sldId="767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569875415" sldId="768"/>
        </pc:sldMkLst>
      </pc:sldChg>
      <pc:sldChg chg="del">
        <pc:chgData name="Artem Potlog" userId="afbca79014e95c4a" providerId="LiveId" clId="{97778B60-6F33-4101-AF7D-6D6D993FB883}" dt="2025-10-01T07:56:39.805" v="1" actId="47"/>
        <pc:sldMkLst>
          <pc:docMk/>
          <pc:sldMk cId="2749120327" sldId="769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115186710" sldId="771"/>
        </pc:sldMkLst>
      </pc:sldChg>
      <pc:sldChg chg="del">
        <pc:chgData name="Artem Potlog" userId="afbca79014e95c4a" providerId="LiveId" clId="{97778B60-6F33-4101-AF7D-6D6D993FB883}" dt="2025-10-01T08:00:19.667" v="13" actId="47"/>
        <pc:sldMkLst>
          <pc:docMk/>
          <pc:sldMk cId="3989610312" sldId="772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373419138" sldId="773"/>
        </pc:sldMkLst>
      </pc:sldChg>
      <pc:sldChg chg="addSp delSp modSp add mod">
        <pc:chgData name="Artem Potlog" userId="afbca79014e95c4a" providerId="LiveId" clId="{97778B60-6F33-4101-AF7D-6D6D993FB883}" dt="2025-10-01T08:15:07.333" v="197"/>
        <pc:sldMkLst>
          <pc:docMk/>
          <pc:sldMk cId="4053683552" sldId="773"/>
        </pc:sldMkLst>
        <pc:spChg chg="del">
          <ac:chgData name="Artem Potlog" userId="afbca79014e95c4a" providerId="LiveId" clId="{97778B60-6F33-4101-AF7D-6D6D993FB883}" dt="2025-10-01T07:59:50.579" v="6" actId="478"/>
          <ac:spMkLst>
            <pc:docMk/>
            <pc:sldMk cId="4053683552" sldId="773"/>
            <ac:spMk id="2" creationId="{5126474E-4A6E-221D-6145-B62A528FC779}"/>
          </ac:spMkLst>
        </pc:spChg>
        <pc:spChg chg="mod">
          <ac:chgData name="Artem Potlog" userId="afbca79014e95c4a" providerId="LiveId" clId="{97778B60-6F33-4101-AF7D-6D6D993FB883}" dt="2025-10-01T08:15:07.333" v="197"/>
          <ac:spMkLst>
            <pc:docMk/>
            <pc:sldMk cId="4053683552" sldId="773"/>
            <ac:spMk id="3" creationId="{232DF6EB-3322-B6DF-CAF5-DC78CDB917D4}"/>
          </ac:spMkLst>
        </pc:spChg>
        <pc:spChg chg="del">
          <ac:chgData name="Artem Potlog" userId="afbca79014e95c4a" providerId="LiveId" clId="{97778B60-6F33-4101-AF7D-6D6D993FB883}" dt="2025-10-01T07:59:49.084" v="5" actId="478"/>
          <ac:spMkLst>
            <pc:docMk/>
            <pc:sldMk cId="4053683552" sldId="773"/>
            <ac:spMk id="5" creationId="{73BC6B7A-2647-C7F2-C9FA-1F5853CDFA32}"/>
          </ac:spMkLst>
        </pc:spChg>
        <pc:spChg chg="add mod">
          <ac:chgData name="Artem Potlog" userId="afbca79014e95c4a" providerId="LiveId" clId="{97778B60-6F33-4101-AF7D-6D6D993FB883}" dt="2025-10-01T08:04:43.316" v="181" actId="113"/>
          <ac:spMkLst>
            <pc:docMk/>
            <pc:sldMk cId="4053683552" sldId="773"/>
            <ac:spMk id="6" creationId="{773690F7-5E33-3925-015E-A3A305CF152E}"/>
          </ac:spMkLst>
        </pc:spChg>
        <pc:spChg chg="del">
          <ac:chgData name="Artem Potlog" userId="afbca79014e95c4a" providerId="LiveId" clId="{97778B60-6F33-4101-AF7D-6D6D993FB883}" dt="2025-10-01T07:59:49.084" v="5" actId="478"/>
          <ac:spMkLst>
            <pc:docMk/>
            <pc:sldMk cId="4053683552" sldId="773"/>
            <ac:spMk id="10" creationId="{7DA4024E-F3D6-BA50-F524-297DA76C9F87}"/>
          </ac:spMkLst>
        </pc:spChg>
        <pc:spChg chg="del">
          <ac:chgData name="Artem Potlog" userId="afbca79014e95c4a" providerId="LiveId" clId="{97778B60-6F33-4101-AF7D-6D6D993FB883}" dt="2025-10-01T07:59:49.084" v="5" actId="478"/>
          <ac:spMkLst>
            <pc:docMk/>
            <pc:sldMk cId="4053683552" sldId="773"/>
            <ac:spMk id="13" creationId="{64AD2D21-F76A-A176-ED6D-BE4DEAB60743}"/>
          </ac:spMkLst>
        </pc:spChg>
        <pc:spChg chg="del">
          <ac:chgData name="Artem Potlog" userId="afbca79014e95c4a" providerId="LiveId" clId="{97778B60-6F33-4101-AF7D-6D6D993FB883}" dt="2025-10-01T07:59:49.084" v="5" actId="478"/>
          <ac:spMkLst>
            <pc:docMk/>
            <pc:sldMk cId="4053683552" sldId="773"/>
            <ac:spMk id="15" creationId="{A36DA79D-17DA-260A-426B-9774800CF337}"/>
          </ac:spMkLst>
        </pc:spChg>
        <pc:spChg chg="del">
          <ac:chgData name="Artem Potlog" userId="afbca79014e95c4a" providerId="LiveId" clId="{97778B60-6F33-4101-AF7D-6D6D993FB883}" dt="2025-10-01T07:59:50.579" v="6" actId="478"/>
          <ac:spMkLst>
            <pc:docMk/>
            <pc:sldMk cId="4053683552" sldId="773"/>
            <ac:spMk id="37" creationId="{87D3D1A7-AB78-3CCF-751D-7BE2FE6729AB}"/>
          </ac:spMkLst>
        </pc:spChg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50604108" sldId="774"/>
        </pc:sldMkLst>
      </pc:sldChg>
      <pc:sldChg chg="addSp delSp modSp add mod">
        <pc:chgData name="Artem Potlog" userId="afbca79014e95c4a" providerId="LiveId" clId="{97778B60-6F33-4101-AF7D-6D6D993FB883}" dt="2025-10-01T08:15:25.530" v="201" actId="2710"/>
        <pc:sldMkLst>
          <pc:docMk/>
          <pc:sldMk cId="2489229971" sldId="774"/>
        </pc:sldMkLst>
        <pc:spChg chg="add mod">
          <ac:chgData name="Artem Potlog" userId="afbca79014e95c4a" providerId="LiveId" clId="{97778B60-6F33-4101-AF7D-6D6D993FB883}" dt="2025-10-01T08:15:25.530" v="201" actId="2710"/>
          <ac:spMkLst>
            <pc:docMk/>
            <pc:sldMk cId="2489229971" sldId="774"/>
            <ac:spMk id="2" creationId="{FFC39E8D-E7E5-2D77-AD4D-C7AEA3248467}"/>
          </ac:spMkLst>
        </pc:spChg>
        <pc:spChg chg="mod">
          <ac:chgData name="Artem Potlog" userId="afbca79014e95c4a" providerId="LiveId" clId="{97778B60-6F33-4101-AF7D-6D6D993FB883}" dt="2025-10-01T08:15:16.160" v="199"/>
          <ac:spMkLst>
            <pc:docMk/>
            <pc:sldMk cId="2489229971" sldId="774"/>
            <ac:spMk id="3" creationId="{E64184C6-371F-B08B-4A4A-D6B2C8DD5AA1}"/>
          </ac:spMkLst>
        </pc:spChg>
        <pc:spChg chg="add mod">
          <ac:chgData name="Artem Potlog" userId="afbca79014e95c4a" providerId="LiveId" clId="{97778B60-6F33-4101-AF7D-6D6D993FB883}" dt="2025-10-01T08:13:46.361" v="187"/>
          <ac:spMkLst>
            <pc:docMk/>
            <pc:sldMk cId="2489229971" sldId="774"/>
            <ac:spMk id="5" creationId="{C2AEA4E0-098C-3082-0BB4-BDBB1618B77B}"/>
          </ac:spMkLst>
        </pc:spChg>
        <pc:spChg chg="del mod">
          <ac:chgData name="Artem Potlog" userId="afbca79014e95c4a" providerId="LiveId" clId="{97778B60-6F33-4101-AF7D-6D6D993FB883}" dt="2025-10-01T08:03:01.564" v="127" actId="478"/>
          <ac:spMkLst>
            <pc:docMk/>
            <pc:sldMk cId="2489229971" sldId="774"/>
            <ac:spMk id="6" creationId="{F6FC81DF-AB65-7389-EC0A-B4827682C83A}"/>
          </ac:spMkLst>
        </pc:spChg>
        <pc:spChg chg="add">
          <ac:chgData name="Artem Potlog" userId="afbca79014e95c4a" providerId="LiveId" clId="{97778B60-6F33-4101-AF7D-6D6D993FB883}" dt="2025-10-01T08:13:55.747" v="188"/>
          <ac:spMkLst>
            <pc:docMk/>
            <pc:sldMk cId="2489229971" sldId="774"/>
            <ac:spMk id="7" creationId="{5079453F-7277-1645-A1D8-B27B8CF47961}"/>
          </ac:spMkLst>
        </pc:spChg>
        <pc:picChg chg="add">
          <ac:chgData name="Artem Potlog" userId="afbca79014e95c4a" providerId="LiveId" clId="{97778B60-6F33-4101-AF7D-6D6D993FB883}" dt="2025-10-01T08:13:44.071" v="186"/>
          <ac:picMkLst>
            <pc:docMk/>
            <pc:sldMk cId="2489229971" sldId="774"/>
            <ac:picMk id="4" creationId="{80EBEA65-F650-589F-BF76-DC71C17FDBF6}"/>
          </ac:picMkLst>
        </pc:picChg>
      </pc:sldChg>
      <pc:sldChg chg="modSp new">
        <pc:chgData name="Artem Potlog" userId="afbca79014e95c4a" providerId="LiveId" clId="{97778B60-6F33-4101-AF7D-6D6D993FB883}" dt="2025-10-01T08:05:18.527" v="183"/>
        <pc:sldMkLst>
          <pc:docMk/>
          <pc:sldMk cId="2556214958" sldId="775"/>
        </pc:sldMkLst>
        <pc:spChg chg="mod">
          <ac:chgData name="Artem Potlog" userId="afbca79014e95c4a" providerId="LiveId" clId="{97778B60-6F33-4101-AF7D-6D6D993FB883}" dt="2025-10-01T08:05:18.527" v="183"/>
          <ac:spMkLst>
            <pc:docMk/>
            <pc:sldMk cId="2556214958" sldId="775"/>
            <ac:spMk id="3" creationId="{921965A5-787B-8CA0-5B40-AFF2F8BC3CE5}"/>
          </ac:spMkLst>
        </pc:spChg>
      </pc:sldChg>
      <pc:sldChg chg="del">
        <pc:chgData name="Artem Potlog" userId="afbca79014e95c4a" providerId="LiveId" clId="{97778B60-6F33-4101-AF7D-6D6D993FB883}" dt="2025-10-01T07:56:40.541" v="2" actId="47"/>
        <pc:sldMkLst>
          <pc:docMk/>
          <pc:sldMk cId="3325424502" sldId="775"/>
        </pc:sldMkLst>
      </pc:sldChg>
      <pc:sldChg chg="addSp delSp modSp add mod">
        <pc:chgData name="Artem Potlog" userId="afbca79014e95c4a" providerId="LiveId" clId="{97778B60-6F33-4101-AF7D-6D6D993FB883}" dt="2025-10-01T09:40:18.421" v="615" actId="6549"/>
        <pc:sldMkLst>
          <pc:docMk/>
          <pc:sldMk cId="1572227709" sldId="776"/>
        </pc:sldMkLst>
        <pc:spChg chg="add del mod">
          <ac:chgData name="Artem Potlog" userId="afbca79014e95c4a" providerId="LiveId" clId="{97778B60-6F33-4101-AF7D-6D6D993FB883}" dt="2025-10-01T08:59:55.190" v="554" actId="20577"/>
          <ac:spMkLst>
            <pc:docMk/>
            <pc:sldMk cId="1572227709" sldId="776"/>
            <ac:spMk id="2" creationId="{070C2A94-5847-7371-DA73-1D0236EE3176}"/>
          </ac:spMkLst>
        </pc:spChg>
        <pc:spChg chg="mod">
          <ac:chgData name="Artem Potlog" userId="afbca79014e95c4a" providerId="LiveId" clId="{97778B60-6F33-4101-AF7D-6D6D993FB883}" dt="2025-10-01T09:40:18.421" v="615" actId="6549"/>
          <ac:spMkLst>
            <pc:docMk/>
            <pc:sldMk cId="1572227709" sldId="776"/>
            <ac:spMk id="3" creationId="{B1A90835-641B-F17B-0815-29B8B10E9AD5}"/>
          </ac:spMkLst>
        </pc:spChg>
        <pc:spChg chg="add">
          <ac:chgData name="Artem Potlog" userId="afbca79014e95c4a" providerId="LiveId" clId="{97778B60-6F33-4101-AF7D-6D6D993FB883}" dt="2025-10-01T08:16:38.406" v="207"/>
          <ac:spMkLst>
            <pc:docMk/>
            <pc:sldMk cId="1572227709" sldId="776"/>
            <ac:spMk id="4" creationId="{A750342A-C3A2-AE42-5D90-25D1731325E8}"/>
          </ac:spMkLst>
        </pc:spChg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977574211" sldId="776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335020202" sldId="777"/>
        </pc:sldMkLst>
      </pc:sldChg>
      <pc:sldChg chg="addSp delSp modSp add mod ord">
        <pc:chgData name="Artem Potlog" userId="afbca79014e95c4a" providerId="LiveId" clId="{97778B60-6F33-4101-AF7D-6D6D993FB883}" dt="2025-10-01T09:36:41.746" v="573" actId="1076"/>
        <pc:sldMkLst>
          <pc:docMk/>
          <pc:sldMk cId="2378782258" sldId="777"/>
        </pc:sldMkLst>
        <pc:spChg chg="del">
          <ac:chgData name="Artem Potlog" userId="afbca79014e95c4a" providerId="LiveId" clId="{97778B60-6F33-4101-AF7D-6D6D993FB883}" dt="2025-10-01T08:26:41.001" v="349" actId="478"/>
          <ac:spMkLst>
            <pc:docMk/>
            <pc:sldMk cId="2378782258" sldId="777"/>
            <ac:spMk id="2" creationId="{8C78873E-5E22-8F15-883C-E42787572441}"/>
          </ac:spMkLst>
        </pc:spChg>
        <pc:spChg chg="mod">
          <ac:chgData name="Artem Potlog" userId="afbca79014e95c4a" providerId="LiveId" clId="{97778B60-6F33-4101-AF7D-6D6D993FB883}" dt="2025-10-01T08:27:16.309" v="395" actId="20577"/>
          <ac:spMkLst>
            <pc:docMk/>
            <pc:sldMk cId="2378782258" sldId="777"/>
            <ac:spMk id="3" creationId="{19EA1A49-EBD2-88EA-50DC-1429751DD0DB}"/>
          </ac:spMkLst>
        </pc:spChg>
        <pc:spChg chg="add mod">
          <ac:chgData name="Artem Potlog" userId="afbca79014e95c4a" providerId="LiveId" clId="{97778B60-6F33-4101-AF7D-6D6D993FB883}" dt="2025-10-01T08:33:05.520" v="454" actId="1035"/>
          <ac:spMkLst>
            <pc:docMk/>
            <pc:sldMk cId="2378782258" sldId="777"/>
            <ac:spMk id="5" creationId="{0537B469-8C0D-0922-3ED1-2C5D6C9E0E25}"/>
          </ac:spMkLst>
        </pc:spChg>
        <pc:spChg chg="add mod">
          <ac:chgData name="Artem Potlog" userId="afbca79014e95c4a" providerId="LiveId" clId="{97778B60-6F33-4101-AF7D-6D6D993FB883}" dt="2025-10-01T09:36:27.274" v="570" actId="1076"/>
          <ac:spMkLst>
            <pc:docMk/>
            <pc:sldMk cId="2378782258" sldId="777"/>
            <ac:spMk id="6" creationId="{6010601E-3621-49FF-86B3-AF5397EA64D4}"/>
          </ac:spMkLst>
        </pc:spChg>
        <pc:spChg chg="add mod">
          <ac:chgData name="Artem Potlog" userId="afbca79014e95c4a" providerId="LiveId" clId="{97778B60-6F33-4101-AF7D-6D6D993FB883}" dt="2025-10-01T08:33:03.366" v="450" actId="1035"/>
          <ac:spMkLst>
            <pc:docMk/>
            <pc:sldMk cId="2378782258" sldId="777"/>
            <ac:spMk id="7" creationId="{147532E7-42E2-081F-95FF-213AF43E44D0}"/>
          </ac:spMkLst>
        </pc:spChg>
        <pc:spChg chg="add mod">
          <ac:chgData name="Artem Potlog" userId="afbca79014e95c4a" providerId="LiveId" clId="{97778B60-6F33-4101-AF7D-6D6D993FB883}" dt="2025-10-01T09:36:33.667" v="571" actId="1076"/>
          <ac:spMkLst>
            <pc:docMk/>
            <pc:sldMk cId="2378782258" sldId="777"/>
            <ac:spMk id="8" creationId="{09706C46-2655-C657-FB26-C1AB2463F75B}"/>
          </ac:spMkLst>
        </pc:spChg>
        <pc:spChg chg="add mod">
          <ac:chgData name="Artem Potlog" userId="afbca79014e95c4a" providerId="LiveId" clId="{97778B60-6F33-4101-AF7D-6D6D993FB883}" dt="2025-10-01T08:33:00.605" v="448" actId="1038"/>
          <ac:spMkLst>
            <pc:docMk/>
            <pc:sldMk cId="2378782258" sldId="777"/>
            <ac:spMk id="9" creationId="{EFF8F001-EFA5-479D-1B34-01D4E2BEA27B}"/>
          </ac:spMkLst>
        </pc:spChg>
        <pc:spChg chg="add mod">
          <ac:chgData name="Artem Potlog" userId="afbca79014e95c4a" providerId="LiveId" clId="{97778B60-6F33-4101-AF7D-6D6D993FB883}" dt="2025-10-01T09:36:37.954" v="572" actId="1076"/>
          <ac:spMkLst>
            <pc:docMk/>
            <pc:sldMk cId="2378782258" sldId="777"/>
            <ac:spMk id="10" creationId="{C1F62B23-6775-764C-0323-85097BC50B16}"/>
          </ac:spMkLst>
        </pc:spChg>
        <pc:spChg chg="add mod">
          <ac:chgData name="Artem Potlog" userId="afbca79014e95c4a" providerId="LiveId" clId="{97778B60-6F33-4101-AF7D-6D6D993FB883}" dt="2025-10-01T08:32:57.356" v="447" actId="1037"/>
          <ac:spMkLst>
            <pc:docMk/>
            <pc:sldMk cId="2378782258" sldId="777"/>
            <ac:spMk id="11" creationId="{F7C5A955-698B-B426-BE58-591AEC7CEE9F}"/>
          </ac:spMkLst>
        </pc:spChg>
        <pc:spChg chg="add mod">
          <ac:chgData name="Artem Potlog" userId="afbca79014e95c4a" providerId="LiveId" clId="{97778B60-6F33-4101-AF7D-6D6D993FB883}" dt="2025-10-01T09:36:41.746" v="573" actId="1076"/>
          <ac:spMkLst>
            <pc:docMk/>
            <pc:sldMk cId="2378782258" sldId="777"/>
            <ac:spMk id="12" creationId="{64C1658B-AB78-F2CB-AFAA-F1209297F374}"/>
          </ac:spMkLst>
        </pc:spChg>
        <pc:spChg chg="add mod">
          <ac:chgData name="Artem Potlog" userId="afbca79014e95c4a" providerId="LiveId" clId="{97778B60-6F33-4101-AF7D-6D6D993FB883}" dt="2025-10-01T08:33:09.356" v="461" actId="1037"/>
          <ac:spMkLst>
            <pc:docMk/>
            <pc:sldMk cId="2378782258" sldId="777"/>
            <ac:spMk id="13" creationId="{AD0C9362-7D51-1185-4663-B3E418ECB9C3}"/>
          </ac:spMkLst>
        </pc:spChg>
        <pc:spChg chg="add mod">
          <ac:chgData name="Artem Potlog" userId="afbca79014e95c4a" providerId="LiveId" clId="{97778B60-6F33-4101-AF7D-6D6D993FB883}" dt="2025-10-01T09:36:21.201" v="568"/>
          <ac:spMkLst>
            <pc:docMk/>
            <pc:sldMk cId="2378782258" sldId="777"/>
            <ac:spMk id="14" creationId="{F8B7B599-9B7F-B5E3-6E77-9D9D1E168A3E}"/>
          </ac:spMkLst>
        </pc:spChg>
        <pc:picChg chg="add mod">
          <ac:chgData name="Artem Potlog" userId="afbca79014e95c4a" providerId="LiveId" clId="{97778B60-6F33-4101-AF7D-6D6D993FB883}" dt="2025-10-01T08:27:56.793" v="402" actId="1076"/>
          <ac:picMkLst>
            <pc:docMk/>
            <pc:sldMk cId="2378782258" sldId="777"/>
            <ac:picMk id="4" creationId="{C4EBD4A3-32F9-4CC3-33B3-D62E4014ABD9}"/>
          </ac:picMkLst>
        </pc:picChg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932952559" sldId="778"/>
        </pc:sldMkLst>
      </pc:sldChg>
      <pc:sldChg chg="addSp delSp modSp add mod">
        <pc:chgData name="Artem Potlog" userId="afbca79014e95c4a" providerId="LiveId" clId="{97778B60-6F33-4101-AF7D-6D6D993FB883}" dt="2025-10-01T09:38:24.338" v="607" actId="1076"/>
        <pc:sldMkLst>
          <pc:docMk/>
          <pc:sldMk cId="1423773699" sldId="778"/>
        </pc:sldMkLst>
        <pc:spChg chg="del">
          <ac:chgData name="Artem Potlog" userId="afbca79014e95c4a" providerId="LiveId" clId="{97778B60-6F33-4101-AF7D-6D6D993FB883}" dt="2025-10-01T09:38:07.746" v="598" actId="478"/>
          <ac:spMkLst>
            <pc:docMk/>
            <pc:sldMk cId="1423773699" sldId="778"/>
            <ac:spMk id="2" creationId="{2E405491-E663-8CF3-CE35-8CD055733A32}"/>
          </ac:spMkLst>
        </pc:spChg>
        <pc:spChg chg="mod">
          <ac:chgData name="Artem Potlog" userId="afbca79014e95c4a" providerId="LiveId" clId="{97778B60-6F33-4101-AF7D-6D6D993FB883}" dt="2025-10-01T09:38:14.490" v="601" actId="20577"/>
          <ac:spMkLst>
            <pc:docMk/>
            <pc:sldMk cId="1423773699" sldId="778"/>
            <ac:spMk id="3" creationId="{311F9D56-DAAA-13D0-BD69-B3DADD56DC24}"/>
          </ac:spMkLst>
        </pc:spChg>
        <pc:picChg chg="add mod">
          <ac:chgData name="Artem Potlog" userId="afbca79014e95c4a" providerId="LiveId" clId="{97778B60-6F33-4101-AF7D-6D6D993FB883}" dt="2025-10-01T09:38:24.338" v="607" actId="1076"/>
          <ac:picMkLst>
            <pc:docMk/>
            <pc:sldMk cId="1423773699" sldId="778"/>
            <ac:picMk id="5" creationId="{2D993C20-FC8C-69D1-C39B-7F1B6E0A7313}"/>
          </ac:picMkLst>
        </pc:picChg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519968096" sldId="779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678973822" sldId="780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871845282" sldId="784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765795776" sldId="785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968983177" sldId="787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1256921363" sldId="788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413550408" sldId="789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147291449" sldId="792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221001828" sldId="795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791099877" sldId="796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333172095" sldId="797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2318606619" sldId="798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617453430" sldId="799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391192586" sldId="800"/>
        </pc:sldMkLst>
      </pc:sldChg>
      <pc:sldChg chg="del">
        <pc:chgData name="Artem Potlog" userId="afbca79014e95c4a" providerId="LiveId" clId="{97778B60-6F33-4101-AF7D-6D6D993FB883}" dt="2025-10-01T07:56:38.482" v="0" actId="47"/>
        <pc:sldMkLst>
          <pc:docMk/>
          <pc:sldMk cId="3627866927" sldId="801"/>
        </pc:sldMkLst>
      </pc:sldChg>
    </pc:docChg>
  </pc:docChgLst>
  <pc:docChgLst>
    <pc:chgData name="Artem Potlog" userId="afbca79014e95c4a" providerId="LiveId" clId="{69330402-5307-4459-926D-53650715FB5C}"/>
    <pc:docChg chg="undo redo custSel modSld">
      <pc:chgData name="Artem Potlog" userId="afbca79014e95c4a" providerId="LiveId" clId="{69330402-5307-4459-926D-53650715FB5C}" dt="2025-08-21T14:59:45.962" v="204" actId="20577"/>
      <pc:docMkLst>
        <pc:docMk/>
      </pc:docMkLst>
      <pc:sldChg chg="modSp mod">
        <pc:chgData name="Artem Potlog" userId="afbca79014e95c4a" providerId="LiveId" clId="{69330402-5307-4459-926D-53650715FB5C}" dt="2025-08-21T14:59:45.962" v="204" actId="20577"/>
        <pc:sldMkLst>
          <pc:docMk/>
          <pc:sldMk cId="401252870" sldId="742"/>
        </pc:sldMkLst>
      </pc:sldChg>
      <pc:sldChg chg="addSp delSp modSp mod">
        <pc:chgData name="Artem Potlog" userId="afbca79014e95c4a" providerId="LiveId" clId="{69330402-5307-4459-926D-53650715FB5C}" dt="2025-08-21T14:56:26.631" v="190" actId="20577"/>
        <pc:sldMkLst>
          <pc:docMk/>
          <pc:sldMk cId="3325424502" sldId="775"/>
        </pc:sldMkLst>
      </pc:sldChg>
      <pc:sldChg chg="modSp mod">
        <pc:chgData name="Artem Potlog" userId="afbca79014e95c4a" providerId="LiveId" clId="{69330402-5307-4459-926D-53650715FB5C}" dt="2025-08-21T14:44:40.760" v="4" actId="207"/>
        <pc:sldMkLst>
          <pc:docMk/>
          <pc:sldMk cId="1765795776" sldId="7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B1DB92-3868-37FB-9FDA-F61AD857D4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0B3EE5-3026-FEAE-74E2-DE6EF491E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1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04D9F-484A-437C-9BF8-4972E48A8D98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656BA-F401-0715-DC1B-835B38DFBA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243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ECF3E7-F317-15A5-858A-D8C116663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243"/>
            <a:ext cx="2946400" cy="498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675AE-CBE3-4CA4-A6B7-B77DEF953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65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E2A9A-23C7-4B4C-B10D-15FC60065A0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41535-32A4-4266-AA3D-2EB5B1E3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5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BFB2D-5B25-C788-FE08-F5709B38B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10415-5AA6-38DD-3A29-E13382975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003F1-DB88-2277-CDE4-A721D70C3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B617E-38FB-7727-C023-A4285E762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41535-32A4-4266-AA3D-2EB5B1E35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746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E8C46-5547-D646-5A0F-7E0C267C8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E43FE-866A-EDA5-5485-3B7233E30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D6711-BF0D-F668-A2CD-2970B4D7F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69012-3C1E-724B-0B93-ECE16E308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41535-32A4-4266-AA3D-2EB5B1E35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69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2599-58F1-062D-A64C-D413478F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1FFC5-4C3B-A87F-E28B-81ED8AC0A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5D73D-296D-761E-9EBA-9F4CB66E3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70399-7ED7-3395-5944-E5DB59050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41535-32A4-4266-AA3D-2EB5B1E35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10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0DA7F-9510-30AD-331E-29104D06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38B05-A091-F04B-80AF-5F0BC5205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18A49-109B-9CA4-59E3-57716EE46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53464-604D-B4FC-8B49-19461ADE0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41535-32A4-4266-AA3D-2EB5B1E35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61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6943C-D499-4F81-9E79-3BF2D8D16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2E925-DC1D-5A41-05FD-A8F3F32D1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67D1C-205C-8D0A-2EE5-EF08B4A4F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99829-CCA9-4654-D21F-8D8D1ACC4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41535-32A4-4266-AA3D-2EB5B1E35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0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B9D7-5414-5BFC-50EF-9F41CB31D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86DE7-8902-C6CB-4051-4B7DA2E1F9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99559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8BD9077C-A8DD-AC4A-E79A-79FBBD65F1E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354590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486133" y="914134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9" name="Прямая соединительная линия 48"/>
          <p:cNvCxnSpPr/>
          <p:nvPr userDrawn="1"/>
        </p:nvCxnSpPr>
        <p:spPr>
          <a:xfrm>
            <a:off x="486133" y="327694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259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endParaRPr lang="ru-RU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16061"/>
                </a:solidFill>
                <a:latin typeface="Arial Narrow" panose="020B0606020202030204" pitchFamily="34" charset="0"/>
              </a:defRPr>
            </a:lvl1pPr>
          </a:lstStyle>
          <a:p>
            <a:fld id="{487FBA72-5F94-4295-B417-E950E1EFE33B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 flipH="1">
            <a:off x="502160" y="6475912"/>
            <a:ext cx="0" cy="126000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610085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486133" y="116962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906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endParaRPr lang="ru-RU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16061"/>
                </a:solidFill>
                <a:latin typeface="Arial Narrow" panose="020B0606020202030204" pitchFamily="34" charset="0"/>
              </a:defRPr>
            </a:lvl1pPr>
          </a:lstStyle>
          <a:p>
            <a:fld id="{487FBA72-5F94-4295-B417-E950E1EFE33B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 flipH="1">
            <a:off x="502160" y="6475912"/>
            <a:ext cx="0" cy="126000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610085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486133" y="116962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9" name="Прямая соединительная линия 48"/>
          <p:cNvCxnSpPr/>
          <p:nvPr userDrawn="1"/>
        </p:nvCxnSpPr>
        <p:spPr>
          <a:xfrm>
            <a:off x="486133" y="58318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116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endParaRPr lang="ru-RU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16061"/>
                </a:solidFill>
                <a:latin typeface="Arial Narrow" panose="020B0606020202030204" pitchFamily="34" charset="0"/>
              </a:defRPr>
            </a:lvl1pPr>
          </a:lstStyle>
          <a:p>
            <a:fld id="{487FBA72-5F94-4295-B417-E950E1EFE33B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 flipH="1">
            <a:off x="502160" y="6475912"/>
            <a:ext cx="0" cy="126000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610085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486133" y="116962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90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endParaRPr lang="ru-RU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16061"/>
                </a:solidFill>
                <a:latin typeface="Arial Narrow" panose="020B0606020202030204" pitchFamily="34" charset="0"/>
              </a:defRPr>
            </a:lvl1pPr>
          </a:lstStyle>
          <a:p>
            <a:fld id="{487FBA72-5F94-4295-B417-E950E1EFE33B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 flipH="1">
            <a:off x="502160" y="6475912"/>
            <a:ext cx="0" cy="126000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610085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486133" y="116962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9" name="Прямая соединительная линия 48"/>
          <p:cNvCxnSpPr/>
          <p:nvPr userDrawn="1"/>
        </p:nvCxnSpPr>
        <p:spPr>
          <a:xfrm>
            <a:off x="486133" y="58318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466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endParaRPr lang="ru-RU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16061"/>
                </a:solidFill>
                <a:latin typeface="Arial Narrow" panose="020B0606020202030204" pitchFamily="34" charset="0"/>
              </a:defRPr>
            </a:lvl1pPr>
          </a:lstStyle>
          <a:p>
            <a:fld id="{487FBA72-5F94-4295-B417-E950E1EFE33B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 flipH="1">
            <a:off x="502160" y="6475912"/>
            <a:ext cx="0" cy="126000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610085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486133" y="116962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20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endParaRPr lang="ru-RU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16061"/>
                </a:solidFill>
                <a:latin typeface="Arial Narrow" panose="020B0606020202030204" pitchFamily="34" charset="0"/>
              </a:defRPr>
            </a:lvl1pPr>
          </a:lstStyle>
          <a:p>
            <a:fld id="{487FBA72-5F94-4295-B417-E950E1EFE33B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 flipH="1">
            <a:off x="502160" y="6475912"/>
            <a:ext cx="0" cy="126000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610085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  <p:cxnSp>
        <p:nvCxnSpPr>
          <p:cNvPr id="28" name="Прямая соединительная линия 27"/>
          <p:cNvCxnSpPr/>
          <p:nvPr userDrawn="1"/>
        </p:nvCxnSpPr>
        <p:spPr>
          <a:xfrm>
            <a:off x="486133" y="1169629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328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endParaRPr lang="ru-RU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16061"/>
                </a:solidFill>
                <a:latin typeface="Arial Narrow" panose="020B0606020202030204" pitchFamily="34" charset="0"/>
              </a:defRPr>
            </a:lvl1pPr>
          </a:lstStyle>
          <a:p>
            <a:fld id="{487FBA72-5F94-4295-B417-E950E1EFE33B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 flipH="1">
            <a:off x="502160" y="6475912"/>
            <a:ext cx="0" cy="126000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 userDrawn="1"/>
        </p:nvSpPr>
        <p:spPr>
          <a:xfrm>
            <a:off x="12328716" y="2500041"/>
            <a:ext cx="252000" cy="251927"/>
          </a:xfrm>
          <a:prstGeom prst="rect">
            <a:avLst/>
          </a:prstGeom>
          <a:solidFill>
            <a:srgbClr val="008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2328716" y="2812760"/>
            <a:ext cx="252000" cy="251927"/>
          </a:xfrm>
          <a:prstGeom prst="rect">
            <a:avLst/>
          </a:prstGeom>
          <a:solidFill>
            <a:srgbClr val="016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 userDrawn="1"/>
        </p:nvSpPr>
        <p:spPr>
          <a:xfrm>
            <a:off x="12328716" y="3125478"/>
            <a:ext cx="252000" cy="251927"/>
          </a:xfrm>
          <a:prstGeom prst="rect">
            <a:avLst/>
          </a:prstGeom>
          <a:solidFill>
            <a:srgbClr val="1B4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 userDrawn="1"/>
        </p:nvSpPr>
        <p:spPr>
          <a:xfrm>
            <a:off x="12644370" y="2500041"/>
            <a:ext cx="252000" cy="251927"/>
          </a:xfrm>
          <a:prstGeom prst="rect">
            <a:avLst/>
          </a:prstGeom>
          <a:solidFill>
            <a:srgbClr val="FDA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 userDrawn="1"/>
        </p:nvSpPr>
        <p:spPr>
          <a:xfrm>
            <a:off x="12644370" y="2812760"/>
            <a:ext cx="252000" cy="251927"/>
          </a:xfrm>
          <a:prstGeom prst="rect">
            <a:avLst/>
          </a:prstGeom>
          <a:solidFill>
            <a:srgbClr val="B25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 userDrawn="1"/>
        </p:nvSpPr>
        <p:spPr>
          <a:xfrm>
            <a:off x="12644370" y="3125478"/>
            <a:ext cx="252000" cy="251927"/>
          </a:xfrm>
          <a:prstGeom prst="rect">
            <a:avLst/>
          </a:prstGeom>
          <a:solidFill>
            <a:srgbClr val="893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2960024" y="2500041"/>
            <a:ext cx="252000" cy="251927"/>
          </a:xfrm>
          <a:prstGeom prst="rect">
            <a:avLst/>
          </a:prstGeom>
          <a:solidFill>
            <a:srgbClr val="5A5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 userDrawn="1"/>
        </p:nvSpPr>
        <p:spPr>
          <a:xfrm>
            <a:off x="12960024" y="2812760"/>
            <a:ext cx="252000" cy="251927"/>
          </a:xfrm>
          <a:prstGeom prst="rect">
            <a:avLst/>
          </a:prstGeom>
          <a:solidFill>
            <a:srgbClr val="DF2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 userDrawn="1"/>
        </p:nvSpPr>
        <p:spPr>
          <a:xfrm>
            <a:off x="12960024" y="3125478"/>
            <a:ext cx="252000" cy="251927"/>
          </a:xfrm>
          <a:prstGeom prst="rect">
            <a:avLst/>
          </a:prstGeom>
          <a:solidFill>
            <a:srgbClr val="663C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 userDrawn="1"/>
        </p:nvSpPr>
        <p:spPr>
          <a:xfrm>
            <a:off x="12960024" y="3438196"/>
            <a:ext cx="252000" cy="251927"/>
          </a:xfrm>
          <a:prstGeom prst="rect">
            <a:avLst/>
          </a:prstGeom>
          <a:solidFill>
            <a:srgbClr val="641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единительная линия 23"/>
          <p:cNvCxnSpPr/>
          <p:nvPr userDrawn="1"/>
        </p:nvCxnSpPr>
        <p:spPr>
          <a:xfrm>
            <a:off x="486133" y="3509416"/>
            <a:ext cx="10872000" cy="0"/>
          </a:xfrm>
          <a:prstGeom prst="line">
            <a:avLst/>
          </a:prstGeom>
          <a:ln w="38100">
            <a:solidFill>
              <a:srgbClr val="016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1"/>
          <p:cNvSpPr>
            <a:spLocks noGrp="1"/>
          </p:cNvSpPr>
          <p:nvPr>
            <p:ph type="ctrTitle" hasCustomPrompt="1"/>
          </p:nvPr>
        </p:nvSpPr>
        <p:spPr>
          <a:xfrm>
            <a:off x="486133" y="2938723"/>
            <a:ext cx="10867667" cy="539372"/>
          </a:xfrm>
        </p:spPr>
        <p:txBody>
          <a:bodyPr anchor="t">
            <a:noAutofit/>
          </a:bodyPr>
          <a:lstStyle>
            <a:lvl1pPr>
              <a:defRPr sz="3200" b="1" cap="all" baseline="0">
                <a:solidFill>
                  <a:srgbClr val="5A5C5B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НАЗВАНИЕ СЛАЙДА</a:t>
            </a:r>
          </a:p>
        </p:txBody>
      </p:sp>
    </p:spTree>
    <p:extLst>
      <p:ext uri="{BB962C8B-B14F-4D97-AF65-F5344CB8AC3E}">
        <p14:creationId xmlns:p14="http://schemas.microsoft.com/office/powerpoint/2010/main" val="3198964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39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308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6267" y="-66675"/>
            <a:ext cx="10515600" cy="1325563"/>
          </a:xfrm>
        </p:spPr>
        <p:txBody>
          <a:bodyPr/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V="1">
            <a:off x="838200" y="6463890"/>
            <a:ext cx="1074420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142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935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110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1327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577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2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06" imgH="306" progId="TCLayout.ActiveDocument.1">
                  <p:embed/>
                </p:oleObj>
              </mc:Choice>
              <mc:Fallback>
                <p:oleObj name="Слайд think-cell" r:id="rId4" imgW="306" imgH="30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94757E7-5BB8-4E38-8961-C284EDD4B1E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41" b="0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auto">
          <a:xfrm>
            <a:off x="273214" y="382923"/>
            <a:ext cx="11645573" cy="314028"/>
          </a:xfrm>
          <a:prstGeom prst="rect">
            <a:avLst/>
          </a:prstGeom>
        </p:spPr>
        <p:txBody>
          <a:bodyPr/>
          <a:lstStyle>
            <a:lvl1pPr>
              <a:defRPr sz="204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5" name="doc id"/>
          <p:cNvSpPr>
            <a:spLocks noChangeArrowheads="1"/>
          </p:cNvSpPr>
          <p:nvPr/>
        </p:nvSpPr>
        <p:spPr bwMode="auto">
          <a:xfrm>
            <a:off x="10995479" y="51834"/>
            <a:ext cx="894152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526"/>
            <a:endParaRPr lang="ru-RU" sz="816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8348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0">
          <p15:clr>
            <a:srgbClr val="F26B43"/>
          </p15:clr>
        </p15:guide>
        <p15:guide id="2" pos="99">
          <p15:clr>
            <a:srgbClr val="F26B43"/>
          </p15:clr>
        </p15:guide>
        <p15:guide id="3" orient="horz" pos="571">
          <p15:clr>
            <a:srgbClr val="F26B43"/>
          </p15:clr>
        </p15:guide>
        <p15:guide id="4" orient="horz" pos="3911">
          <p15:clr>
            <a:srgbClr val="F26B43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61" y="1622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270" imgH="270" progId="TCLayout.ActiveDocument.1">
                  <p:embed/>
                </p:oleObj>
              </mc:Choice>
              <mc:Fallback>
                <p:oleObj name="Слайд think-cell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1" y="1622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" name="BackGroundTitleSlide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>
            <a:off x="0" y="-1"/>
            <a:ext cx="932986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Title"/>
          <p:cNvSpPr>
            <a:spLocks noGrp="1" noChangeArrowheads="1"/>
          </p:cNvSpPr>
          <p:nvPr>
            <p:ph type="ctrTitle"/>
          </p:nvPr>
        </p:nvSpPr>
        <p:spPr bwMode="auto">
          <a:xfrm>
            <a:off x="6043572" y="3428586"/>
            <a:ext cx="5756424" cy="18385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57" b="0" baseline="0">
                <a:solidFill>
                  <a:schemeClr val="accent6"/>
                </a:solidFill>
                <a:latin typeface="+mj-lt"/>
                <a:ea typeface="+mj-ea"/>
              </a:defRPr>
            </a:lvl1pPr>
          </a:lstStyle>
          <a:p>
            <a:pPr lvl="0" latinLnBrk="0"/>
            <a:r>
              <a:rPr lang="en-US" noProof="0"/>
              <a:t>Click to edit Master title style</a:t>
            </a:r>
            <a:endParaRPr lang="ru-RU" noProof="0"/>
          </a:p>
        </p:txBody>
      </p:sp>
      <p:grpSp>
        <p:nvGrpSpPr>
          <p:cNvPr id="32" name="TitleLogoRus"/>
          <p:cNvGrpSpPr>
            <a:grpSpLocks noChangeAspect="1"/>
          </p:cNvGrpSpPr>
          <p:nvPr/>
        </p:nvGrpSpPr>
        <p:grpSpPr bwMode="ltGray">
          <a:xfrm>
            <a:off x="10822592" y="5979762"/>
            <a:ext cx="977404" cy="461825"/>
            <a:chOff x="264" y="1159"/>
            <a:chExt cx="3492" cy="1650"/>
          </a:xfrm>
          <a:solidFill>
            <a:schemeClr val="accent3"/>
          </a:solidFill>
        </p:grpSpPr>
        <p:sp>
          <p:nvSpPr>
            <p:cNvPr id="33" name="Freeform 6"/>
            <p:cNvSpPr>
              <a:spLocks noEditPoints="1"/>
            </p:cNvSpPr>
            <p:nvPr/>
          </p:nvSpPr>
          <p:spPr bwMode="ltGray">
            <a:xfrm>
              <a:off x="2996" y="1657"/>
              <a:ext cx="258" cy="576"/>
            </a:xfrm>
            <a:custGeom>
              <a:avLst/>
              <a:gdLst>
                <a:gd name="T0" fmla="*/ 128 w 258"/>
                <a:gd name="T1" fmla="*/ 504 h 576"/>
                <a:gd name="T2" fmla="*/ 112 w 258"/>
                <a:gd name="T3" fmla="*/ 498 h 576"/>
                <a:gd name="T4" fmla="*/ 104 w 258"/>
                <a:gd name="T5" fmla="*/ 482 h 576"/>
                <a:gd name="T6" fmla="*/ 104 w 258"/>
                <a:gd name="T7" fmla="*/ 94 h 576"/>
                <a:gd name="T8" fmla="*/ 104 w 258"/>
                <a:gd name="T9" fmla="*/ 92 h 576"/>
                <a:gd name="T10" fmla="*/ 106 w 258"/>
                <a:gd name="T11" fmla="*/ 84 h 576"/>
                <a:gd name="T12" fmla="*/ 120 w 258"/>
                <a:gd name="T13" fmla="*/ 72 h 576"/>
                <a:gd name="T14" fmla="*/ 128 w 258"/>
                <a:gd name="T15" fmla="*/ 72 h 576"/>
                <a:gd name="T16" fmla="*/ 146 w 258"/>
                <a:gd name="T17" fmla="*/ 78 h 576"/>
                <a:gd name="T18" fmla="*/ 154 w 258"/>
                <a:gd name="T19" fmla="*/ 92 h 576"/>
                <a:gd name="T20" fmla="*/ 154 w 258"/>
                <a:gd name="T21" fmla="*/ 94 h 576"/>
                <a:gd name="T22" fmla="*/ 154 w 258"/>
                <a:gd name="T23" fmla="*/ 482 h 576"/>
                <a:gd name="T24" fmla="*/ 152 w 258"/>
                <a:gd name="T25" fmla="*/ 490 h 576"/>
                <a:gd name="T26" fmla="*/ 138 w 258"/>
                <a:gd name="T27" fmla="*/ 502 h 576"/>
                <a:gd name="T28" fmla="*/ 176 w 258"/>
                <a:gd name="T29" fmla="*/ 0 h 576"/>
                <a:gd name="T30" fmla="*/ 82 w 258"/>
                <a:gd name="T31" fmla="*/ 0 h 576"/>
                <a:gd name="T32" fmla="*/ 56 w 258"/>
                <a:gd name="T33" fmla="*/ 2 h 576"/>
                <a:gd name="T34" fmla="*/ 36 w 258"/>
                <a:gd name="T35" fmla="*/ 10 h 576"/>
                <a:gd name="T36" fmla="*/ 22 w 258"/>
                <a:gd name="T37" fmla="*/ 22 h 576"/>
                <a:gd name="T38" fmla="*/ 12 w 258"/>
                <a:gd name="T39" fmla="*/ 36 h 576"/>
                <a:gd name="T40" fmla="*/ 2 w 258"/>
                <a:gd name="T41" fmla="*/ 70 h 576"/>
                <a:gd name="T42" fmla="*/ 0 w 258"/>
                <a:gd name="T43" fmla="*/ 102 h 576"/>
                <a:gd name="T44" fmla="*/ 0 w 258"/>
                <a:gd name="T45" fmla="*/ 472 h 576"/>
                <a:gd name="T46" fmla="*/ 2 w 258"/>
                <a:gd name="T47" fmla="*/ 506 h 576"/>
                <a:gd name="T48" fmla="*/ 12 w 258"/>
                <a:gd name="T49" fmla="*/ 540 h 576"/>
                <a:gd name="T50" fmla="*/ 22 w 258"/>
                <a:gd name="T51" fmla="*/ 554 h 576"/>
                <a:gd name="T52" fmla="*/ 36 w 258"/>
                <a:gd name="T53" fmla="*/ 566 h 576"/>
                <a:gd name="T54" fmla="*/ 56 w 258"/>
                <a:gd name="T55" fmla="*/ 572 h 576"/>
                <a:gd name="T56" fmla="*/ 82 w 258"/>
                <a:gd name="T57" fmla="*/ 576 h 576"/>
                <a:gd name="T58" fmla="*/ 176 w 258"/>
                <a:gd name="T59" fmla="*/ 576 h 576"/>
                <a:gd name="T60" fmla="*/ 202 w 258"/>
                <a:gd name="T61" fmla="*/ 572 h 576"/>
                <a:gd name="T62" fmla="*/ 222 w 258"/>
                <a:gd name="T63" fmla="*/ 566 h 576"/>
                <a:gd name="T64" fmla="*/ 236 w 258"/>
                <a:gd name="T65" fmla="*/ 554 h 576"/>
                <a:gd name="T66" fmla="*/ 246 w 258"/>
                <a:gd name="T67" fmla="*/ 540 h 576"/>
                <a:gd name="T68" fmla="*/ 256 w 258"/>
                <a:gd name="T69" fmla="*/ 506 h 576"/>
                <a:gd name="T70" fmla="*/ 258 w 258"/>
                <a:gd name="T71" fmla="*/ 472 h 576"/>
                <a:gd name="T72" fmla="*/ 258 w 258"/>
                <a:gd name="T73" fmla="*/ 102 h 576"/>
                <a:gd name="T74" fmla="*/ 256 w 258"/>
                <a:gd name="T75" fmla="*/ 70 h 576"/>
                <a:gd name="T76" fmla="*/ 246 w 258"/>
                <a:gd name="T77" fmla="*/ 36 h 576"/>
                <a:gd name="T78" fmla="*/ 236 w 258"/>
                <a:gd name="T79" fmla="*/ 22 h 576"/>
                <a:gd name="T80" fmla="*/ 222 w 258"/>
                <a:gd name="T81" fmla="*/ 10 h 576"/>
                <a:gd name="T82" fmla="*/ 202 w 258"/>
                <a:gd name="T83" fmla="*/ 2 h 576"/>
                <a:gd name="T84" fmla="*/ 176 w 258"/>
                <a:gd name="T85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8" h="576">
                  <a:moveTo>
                    <a:pt x="128" y="504"/>
                  </a:moveTo>
                  <a:lnTo>
                    <a:pt x="128" y="504"/>
                  </a:lnTo>
                  <a:lnTo>
                    <a:pt x="120" y="502"/>
                  </a:lnTo>
                  <a:lnTo>
                    <a:pt x="112" y="498"/>
                  </a:lnTo>
                  <a:lnTo>
                    <a:pt x="106" y="490"/>
                  </a:lnTo>
                  <a:lnTo>
                    <a:pt x="104" y="482"/>
                  </a:lnTo>
                  <a:lnTo>
                    <a:pt x="104" y="482"/>
                  </a:lnTo>
                  <a:lnTo>
                    <a:pt x="104" y="94"/>
                  </a:lnTo>
                  <a:lnTo>
                    <a:pt x="104" y="94"/>
                  </a:lnTo>
                  <a:lnTo>
                    <a:pt x="104" y="92"/>
                  </a:lnTo>
                  <a:lnTo>
                    <a:pt x="104" y="92"/>
                  </a:lnTo>
                  <a:lnTo>
                    <a:pt x="106" y="84"/>
                  </a:lnTo>
                  <a:lnTo>
                    <a:pt x="112" y="78"/>
                  </a:lnTo>
                  <a:lnTo>
                    <a:pt x="120" y="72"/>
                  </a:lnTo>
                  <a:lnTo>
                    <a:pt x="128" y="72"/>
                  </a:lnTo>
                  <a:lnTo>
                    <a:pt x="128" y="72"/>
                  </a:lnTo>
                  <a:lnTo>
                    <a:pt x="138" y="72"/>
                  </a:lnTo>
                  <a:lnTo>
                    <a:pt x="146" y="78"/>
                  </a:lnTo>
                  <a:lnTo>
                    <a:pt x="150" y="84"/>
                  </a:lnTo>
                  <a:lnTo>
                    <a:pt x="154" y="92"/>
                  </a:lnTo>
                  <a:lnTo>
                    <a:pt x="154" y="94"/>
                  </a:lnTo>
                  <a:lnTo>
                    <a:pt x="154" y="94"/>
                  </a:lnTo>
                  <a:lnTo>
                    <a:pt x="154" y="480"/>
                  </a:lnTo>
                  <a:lnTo>
                    <a:pt x="154" y="482"/>
                  </a:lnTo>
                  <a:lnTo>
                    <a:pt x="154" y="482"/>
                  </a:lnTo>
                  <a:lnTo>
                    <a:pt x="152" y="490"/>
                  </a:lnTo>
                  <a:lnTo>
                    <a:pt x="146" y="498"/>
                  </a:lnTo>
                  <a:lnTo>
                    <a:pt x="138" y="502"/>
                  </a:lnTo>
                  <a:lnTo>
                    <a:pt x="128" y="504"/>
                  </a:lnTo>
                  <a:close/>
                  <a:moveTo>
                    <a:pt x="176" y="0"/>
                  </a:moveTo>
                  <a:lnTo>
                    <a:pt x="82" y="0"/>
                  </a:lnTo>
                  <a:lnTo>
                    <a:pt x="82" y="0"/>
                  </a:lnTo>
                  <a:lnTo>
                    <a:pt x="68" y="0"/>
                  </a:lnTo>
                  <a:lnTo>
                    <a:pt x="56" y="2"/>
                  </a:lnTo>
                  <a:lnTo>
                    <a:pt x="46" y="6"/>
                  </a:lnTo>
                  <a:lnTo>
                    <a:pt x="36" y="10"/>
                  </a:lnTo>
                  <a:lnTo>
                    <a:pt x="28" y="16"/>
                  </a:lnTo>
                  <a:lnTo>
                    <a:pt x="22" y="22"/>
                  </a:lnTo>
                  <a:lnTo>
                    <a:pt x="16" y="28"/>
                  </a:lnTo>
                  <a:lnTo>
                    <a:pt x="12" y="36"/>
                  </a:lnTo>
                  <a:lnTo>
                    <a:pt x="6" y="52"/>
                  </a:lnTo>
                  <a:lnTo>
                    <a:pt x="2" y="70"/>
                  </a:lnTo>
                  <a:lnTo>
                    <a:pt x="0" y="86"/>
                  </a:lnTo>
                  <a:lnTo>
                    <a:pt x="0" y="102"/>
                  </a:lnTo>
                  <a:lnTo>
                    <a:pt x="0" y="472"/>
                  </a:lnTo>
                  <a:lnTo>
                    <a:pt x="0" y="472"/>
                  </a:lnTo>
                  <a:lnTo>
                    <a:pt x="0" y="488"/>
                  </a:lnTo>
                  <a:lnTo>
                    <a:pt x="2" y="506"/>
                  </a:lnTo>
                  <a:lnTo>
                    <a:pt x="6" y="524"/>
                  </a:lnTo>
                  <a:lnTo>
                    <a:pt x="12" y="540"/>
                  </a:lnTo>
                  <a:lnTo>
                    <a:pt x="16" y="546"/>
                  </a:lnTo>
                  <a:lnTo>
                    <a:pt x="22" y="554"/>
                  </a:lnTo>
                  <a:lnTo>
                    <a:pt x="28" y="560"/>
                  </a:lnTo>
                  <a:lnTo>
                    <a:pt x="36" y="566"/>
                  </a:lnTo>
                  <a:lnTo>
                    <a:pt x="46" y="570"/>
                  </a:lnTo>
                  <a:lnTo>
                    <a:pt x="56" y="572"/>
                  </a:lnTo>
                  <a:lnTo>
                    <a:pt x="68" y="574"/>
                  </a:lnTo>
                  <a:lnTo>
                    <a:pt x="82" y="576"/>
                  </a:lnTo>
                  <a:lnTo>
                    <a:pt x="176" y="576"/>
                  </a:lnTo>
                  <a:lnTo>
                    <a:pt x="176" y="576"/>
                  </a:lnTo>
                  <a:lnTo>
                    <a:pt x="188" y="574"/>
                  </a:lnTo>
                  <a:lnTo>
                    <a:pt x="202" y="572"/>
                  </a:lnTo>
                  <a:lnTo>
                    <a:pt x="212" y="570"/>
                  </a:lnTo>
                  <a:lnTo>
                    <a:pt x="222" y="566"/>
                  </a:lnTo>
                  <a:lnTo>
                    <a:pt x="228" y="560"/>
                  </a:lnTo>
                  <a:lnTo>
                    <a:pt x="236" y="554"/>
                  </a:lnTo>
                  <a:lnTo>
                    <a:pt x="242" y="546"/>
                  </a:lnTo>
                  <a:lnTo>
                    <a:pt x="246" y="540"/>
                  </a:lnTo>
                  <a:lnTo>
                    <a:pt x="252" y="524"/>
                  </a:lnTo>
                  <a:lnTo>
                    <a:pt x="256" y="506"/>
                  </a:lnTo>
                  <a:lnTo>
                    <a:pt x="258" y="488"/>
                  </a:lnTo>
                  <a:lnTo>
                    <a:pt x="258" y="472"/>
                  </a:lnTo>
                  <a:lnTo>
                    <a:pt x="258" y="102"/>
                  </a:lnTo>
                  <a:lnTo>
                    <a:pt x="258" y="102"/>
                  </a:lnTo>
                  <a:lnTo>
                    <a:pt x="258" y="86"/>
                  </a:lnTo>
                  <a:lnTo>
                    <a:pt x="256" y="70"/>
                  </a:lnTo>
                  <a:lnTo>
                    <a:pt x="252" y="52"/>
                  </a:lnTo>
                  <a:lnTo>
                    <a:pt x="246" y="36"/>
                  </a:lnTo>
                  <a:lnTo>
                    <a:pt x="242" y="28"/>
                  </a:lnTo>
                  <a:lnTo>
                    <a:pt x="236" y="22"/>
                  </a:lnTo>
                  <a:lnTo>
                    <a:pt x="228" y="16"/>
                  </a:lnTo>
                  <a:lnTo>
                    <a:pt x="222" y="10"/>
                  </a:lnTo>
                  <a:lnTo>
                    <a:pt x="212" y="6"/>
                  </a:lnTo>
                  <a:lnTo>
                    <a:pt x="202" y="2"/>
                  </a:lnTo>
                  <a:lnTo>
                    <a:pt x="188" y="0"/>
                  </a:lnTo>
                  <a:lnTo>
                    <a:pt x="17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ltGray">
            <a:xfrm>
              <a:off x="1428" y="1657"/>
              <a:ext cx="214" cy="576"/>
            </a:xfrm>
            <a:custGeom>
              <a:avLst/>
              <a:gdLst>
                <a:gd name="T0" fmla="*/ 0 w 214"/>
                <a:gd name="T1" fmla="*/ 0 h 576"/>
                <a:gd name="T2" fmla="*/ 214 w 214"/>
                <a:gd name="T3" fmla="*/ 0 h 576"/>
                <a:gd name="T4" fmla="*/ 214 w 214"/>
                <a:gd name="T5" fmla="*/ 72 h 576"/>
                <a:gd name="T6" fmla="*/ 112 w 214"/>
                <a:gd name="T7" fmla="*/ 72 h 576"/>
                <a:gd name="T8" fmla="*/ 112 w 214"/>
                <a:gd name="T9" fmla="*/ 576 h 576"/>
                <a:gd name="T10" fmla="*/ 0 w 214"/>
                <a:gd name="T11" fmla="*/ 576 h 576"/>
                <a:gd name="T12" fmla="*/ 0 w 214"/>
                <a:gd name="T13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4" h="576">
                  <a:moveTo>
                    <a:pt x="0" y="0"/>
                  </a:moveTo>
                  <a:lnTo>
                    <a:pt x="214" y="0"/>
                  </a:lnTo>
                  <a:lnTo>
                    <a:pt x="214" y="72"/>
                  </a:lnTo>
                  <a:lnTo>
                    <a:pt x="112" y="72"/>
                  </a:lnTo>
                  <a:lnTo>
                    <a:pt x="112" y="576"/>
                  </a:lnTo>
                  <a:lnTo>
                    <a:pt x="0" y="57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35" name="Freeform 34"/>
            <p:cNvSpPr>
              <a:spLocks noEditPoints="1"/>
            </p:cNvSpPr>
            <p:nvPr/>
          </p:nvSpPr>
          <p:spPr bwMode="ltGray">
            <a:xfrm>
              <a:off x="1658" y="1657"/>
              <a:ext cx="292" cy="576"/>
            </a:xfrm>
            <a:custGeom>
              <a:avLst/>
              <a:gdLst>
                <a:gd name="T0" fmla="*/ 0 w 292"/>
                <a:gd name="T1" fmla="*/ 576 h 576"/>
                <a:gd name="T2" fmla="*/ 110 w 292"/>
                <a:gd name="T3" fmla="*/ 576 h 576"/>
                <a:gd name="T4" fmla="*/ 120 w 292"/>
                <a:gd name="T5" fmla="*/ 422 h 576"/>
                <a:gd name="T6" fmla="*/ 172 w 292"/>
                <a:gd name="T7" fmla="*/ 422 h 576"/>
                <a:gd name="T8" fmla="*/ 182 w 292"/>
                <a:gd name="T9" fmla="*/ 576 h 576"/>
                <a:gd name="T10" fmla="*/ 292 w 292"/>
                <a:gd name="T11" fmla="*/ 576 h 576"/>
                <a:gd name="T12" fmla="*/ 234 w 292"/>
                <a:gd name="T13" fmla="*/ 0 h 576"/>
                <a:gd name="T14" fmla="*/ 58 w 292"/>
                <a:gd name="T15" fmla="*/ 0 h 576"/>
                <a:gd name="T16" fmla="*/ 0 w 292"/>
                <a:gd name="T17" fmla="*/ 576 h 576"/>
                <a:gd name="T18" fmla="*/ 124 w 292"/>
                <a:gd name="T19" fmla="*/ 360 h 576"/>
                <a:gd name="T20" fmla="*/ 144 w 292"/>
                <a:gd name="T21" fmla="*/ 72 h 576"/>
                <a:gd name="T22" fmla="*/ 150 w 292"/>
                <a:gd name="T23" fmla="*/ 72 h 576"/>
                <a:gd name="T24" fmla="*/ 168 w 292"/>
                <a:gd name="T25" fmla="*/ 360 h 576"/>
                <a:gd name="T26" fmla="*/ 124 w 292"/>
                <a:gd name="T27" fmla="*/ 36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2" h="576">
                  <a:moveTo>
                    <a:pt x="0" y="576"/>
                  </a:moveTo>
                  <a:lnTo>
                    <a:pt x="110" y="576"/>
                  </a:lnTo>
                  <a:lnTo>
                    <a:pt x="120" y="422"/>
                  </a:lnTo>
                  <a:lnTo>
                    <a:pt x="172" y="422"/>
                  </a:lnTo>
                  <a:lnTo>
                    <a:pt x="182" y="576"/>
                  </a:lnTo>
                  <a:lnTo>
                    <a:pt x="292" y="576"/>
                  </a:lnTo>
                  <a:lnTo>
                    <a:pt x="234" y="0"/>
                  </a:lnTo>
                  <a:lnTo>
                    <a:pt x="58" y="0"/>
                  </a:lnTo>
                  <a:lnTo>
                    <a:pt x="0" y="576"/>
                  </a:lnTo>
                  <a:close/>
                  <a:moveTo>
                    <a:pt x="124" y="360"/>
                  </a:moveTo>
                  <a:lnTo>
                    <a:pt x="144" y="72"/>
                  </a:lnTo>
                  <a:lnTo>
                    <a:pt x="150" y="72"/>
                  </a:lnTo>
                  <a:lnTo>
                    <a:pt x="168" y="360"/>
                  </a:lnTo>
                  <a:lnTo>
                    <a:pt x="124" y="3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36" name="Freeform 35"/>
            <p:cNvSpPr>
              <a:spLocks/>
            </p:cNvSpPr>
            <p:nvPr/>
          </p:nvSpPr>
          <p:spPr bwMode="ltGray">
            <a:xfrm>
              <a:off x="1998" y="1657"/>
              <a:ext cx="260" cy="576"/>
            </a:xfrm>
            <a:custGeom>
              <a:avLst/>
              <a:gdLst>
                <a:gd name="T0" fmla="*/ 112 w 260"/>
                <a:gd name="T1" fmla="*/ 482 h 576"/>
                <a:gd name="T2" fmla="*/ 114 w 260"/>
                <a:gd name="T3" fmla="*/ 492 h 576"/>
                <a:gd name="T4" fmla="*/ 124 w 260"/>
                <a:gd name="T5" fmla="*/ 500 h 576"/>
                <a:gd name="T6" fmla="*/ 130 w 260"/>
                <a:gd name="T7" fmla="*/ 502 h 576"/>
                <a:gd name="T8" fmla="*/ 142 w 260"/>
                <a:gd name="T9" fmla="*/ 496 h 576"/>
                <a:gd name="T10" fmla="*/ 148 w 260"/>
                <a:gd name="T11" fmla="*/ 482 h 576"/>
                <a:gd name="T12" fmla="*/ 148 w 260"/>
                <a:gd name="T13" fmla="*/ 348 h 576"/>
                <a:gd name="T14" fmla="*/ 144 w 260"/>
                <a:gd name="T15" fmla="*/ 328 h 576"/>
                <a:gd name="T16" fmla="*/ 136 w 260"/>
                <a:gd name="T17" fmla="*/ 318 h 576"/>
                <a:gd name="T18" fmla="*/ 116 w 260"/>
                <a:gd name="T19" fmla="*/ 312 h 576"/>
                <a:gd name="T20" fmla="*/ 58 w 260"/>
                <a:gd name="T21" fmla="*/ 310 h 576"/>
                <a:gd name="T22" fmla="*/ 104 w 260"/>
                <a:gd name="T23" fmla="*/ 248 h 576"/>
                <a:gd name="T24" fmla="*/ 124 w 260"/>
                <a:gd name="T25" fmla="*/ 246 h 576"/>
                <a:gd name="T26" fmla="*/ 138 w 260"/>
                <a:gd name="T27" fmla="*/ 240 h 576"/>
                <a:gd name="T28" fmla="*/ 146 w 260"/>
                <a:gd name="T29" fmla="*/ 226 h 576"/>
                <a:gd name="T30" fmla="*/ 148 w 260"/>
                <a:gd name="T31" fmla="*/ 204 h 576"/>
                <a:gd name="T32" fmla="*/ 148 w 260"/>
                <a:gd name="T33" fmla="*/ 90 h 576"/>
                <a:gd name="T34" fmla="*/ 142 w 260"/>
                <a:gd name="T35" fmla="*/ 78 h 576"/>
                <a:gd name="T36" fmla="*/ 130 w 260"/>
                <a:gd name="T37" fmla="*/ 72 h 576"/>
                <a:gd name="T38" fmla="*/ 124 w 260"/>
                <a:gd name="T39" fmla="*/ 72 h 576"/>
                <a:gd name="T40" fmla="*/ 114 w 260"/>
                <a:gd name="T41" fmla="*/ 82 h 576"/>
                <a:gd name="T42" fmla="*/ 112 w 260"/>
                <a:gd name="T43" fmla="*/ 184 h 576"/>
                <a:gd name="T44" fmla="*/ 0 w 260"/>
                <a:gd name="T45" fmla="*/ 102 h 576"/>
                <a:gd name="T46" fmla="*/ 0 w 260"/>
                <a:gd name="T47" fmla="*/ 86 h 576"/>
                <a:gd name="T48" fmla="*/ 6 w 260"/>
                <a:gd name="T49" fmla="*/ 52 h 576"/>
                <a:gd name="T50" fmla="*/ 18 w 260"/>
                <a:gd name="T51" fmla="*/ 28 h 576"/>
                <a:gd name="T52" fmla="*/ 30 w 260"/>
                <a:gd name="T53" fmla="*/ 16 h 576"/>
                <a:gd name="T54" fmla="*/ 46 w 260"/>
                <a:gd name="T55" fmla="*/ 6 h 576"/>
                <a:gd name="T56" fmla="*/ 70 w 260"/>
                <a:gd name="T57" fmla="*/ 0 h 576"/>
                <a:gd name="T58" fmla="*/ 176 w 260"/>
                <a:gd name="T59" fmla="*/ 0 h 576"/>
                <a:gd name="T60" fmla="*/ 190 w 260"/>
                <a:gd name="T61" fmla="*/ 0 h 576"/>
                <a:gd name="T62" fmla="*/ 214 w 260"/>
                <a:gd name="T63" fmla="*/ 6 h 576"/>
                <a:gd name="T64" fmla="*/ 230 w 260"/>
                <a:gd name="T65" fmla="*/ 16 h 576"/>
                <a:gd name="T66" fmla="*/ 242 w 260"/>
                <a:gd name="T67" fmla="*/ 28 h 576"/>
                <a:gd name="T68" fmla="*/ 254 w 260"/>
                <a:gd name="T69" fmla="*/ 52 h 576"/>
                <a:gd name="T70" fmla="*/ 260 w 260"/>
                <a:gd name="T71" fmla="*/ 86 h 576"/>
                <a:gd name="T72" fmla="*/ 260 w 260"/>
                <a:gd name="T73" fmla="*/ 194 h 576"/>
                <a:gd name="T74" fmla="*/ 258 w 260"/>
                <a:gd name="T75" fmla="*/ 216 h 576"/>
                <a:gd name="T76" fmla="*/ 244 w 260"/>
                <a:gd name="T77" fmla="*/ 248 h 576"/>
                <a:gd name="T78" fmla="*/ 222 w 260"/>
                <a:gd name="T79" fmla="*/ 266 h 576"/>
                <a:gd name="T80" fmla="*/ 196 w 260"/>
                <a:gd name="T81" fmla="*/ 272 h 576"/>
                <a:gd name="T82" fmla="*/ 184 w 260"/>
                <a:gd name="T83" fmla="*/ 278 h 576"/>
                <a:gd name="T84" fmla="*/ 196 w 260"/>
                <a:gd name="T85" fmla="*/ 280 h 576"/>
                <a:gd name="T86" fmla="*/ 218 w 260"/>
                <a:gd name="T87" fmla="*/ 284 h 576"/>
                <a:gd name="T88" fmla="*/ 234 w 260"/>
                <a:gd name="T89" fmla="*/ 292 h 576"/>
                <a:gd name="T90" fmla="*/ 250 w 260"/>
                <a:gd name="T91" fmla="*/ 310 h 576"/>
                <a:gd name="T92" fmla="*/ 258 w 260"/>
                <a:gd name="T93" fmla="*/ 336 h 576"/>
                <a:gd name="T94" fmla="*/ 260 w 260"/>
                <a:gd name="T95" fmla="*/ 472 h 576"/>
                <a:gd name="T96" fmla="*/ 260 w 260"/>
                <a:gd name="T97" fmla="*/ 488 h 576"/>
                <a:gd name="T98" fmla="*/ 254 w 260"/>
                <a:gd name="T99" fmla="*/ 522 h 576"/>
                <a:gd name="T100" fmla="*/ 242 w 260"/>
                <a:gd name="T101" fmla="*/ 546 h 576"/>
                <a:gd name="T102" fmla="*/ 230 w 260"/>
                <a:gd name="T103" fmla="*/ 560 h 576"/>
                <a:gd name="T104" fmla="*/ 214 w 260"/>
                <a:gd name="T105" fmla="*/ 570 h 576"/>
                <a:gd name="T106" fmla="*/ 190 w 260"/>
                <a:gd name="T107" fmla="*/ 574 h 576"/>
                <a:gd name="T108" fmla="*/ 84 w 260"/>
                <a:gd name="T109" fmla="*/ 576 h 576"/>
                <a:gd name="T110" fmla="*/ 70 w 260"/>
                <a:gd name="T111" fmla="*/ 574 h 576"/>
                <a:gd name="T112" fmla="*/ 46 w 260"/>
                <a:gd name="T113" fmla="*/ 570 h 576"/>
                <a:gd name="T114" fmla="*/ 30 w 260"/>
                <a:gd name="T115" fmla="*/ 560 h 576"/>
                <a:gd name="T116" fmla="*/ 18 w 260"/>
                <a:gd name="T117" fmla="*/ 546 h 576"/>
                <a:gd name="T118" fmla="*/ 6 w 260"/>
                <a:gd name="T119" fmla="*/ 522 h 576"/>
                <a:gd name="T120" fmla="*/ 0 w 260"/>
                <a:gd name="T121" fmla="*/ 488 h 576"/>
                <a:gd name="T122" fmla="*/ 0 w 260"/>
                <a:gd name="T123" fmla="*/ 374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0" h="576">
                  <a:moveTo>
                    <a:pt x="112" y="374"/>
                  </a:moveTo>
                  <a:lnTo>
                    <a:pt x="112" y="482"/>
                  </a:lnTo>
                  <a:lnTo>
                    <a:pt x="112" y="482"/>
                  </a:lnTo>
                  <a:lnTo>
                    <a:pt x="114" y="492"/>
                  </a:lnTo>
                  <a:lnTo>
                    <a:pt x="118" y="498"/>
                  </a:lnTo>
                  <a:lnTo>
                    <a:pt x="124" y="500"/>
                  </a:lnTo>
                  <a:lnTo>
                    <a:pt x="130" y="502"/>
                  </a:lnTo>
                  <a:lnTo>
                    <a:pt x="130" y="502"/>
                  </a:lnTo>
                  <a:lnTo>
                    <a:pt x="138" y="500"/>
                  </a:lnTo>
                  <a:lnTo>
                    <a:pt x="142" y="496"/>
                  </a:lnTo>
                  <a:lnTo>
                    <a:pt x="146" y="490"/>
                  </a:lnTo>
                  <a:lnTo>
                    <a:pt x="148" y="482"/>
                  </a:lnTo>
                  <a:lnTo>
                    <a:pt x="148" y="348"/>
                  </a:lnTo>
                  <a:lnTo>
                    <a:pt x="148" y="348"/>
                  </a:lnTo>
                  <a:lnTo>
                    <a:pt x="146" y="336"/>
                  </a:lnTo>
                  <a:lnTo>
                    <a:pt x="144" y="328"/>
                  </a:lnTo>
                  <a:lnTo>
                    <a:pt x="140" y="322"/>
                  </a:lnTo>
                  <a:lnTo>
                    <a:pt x="136" y="318"/>
                  </a:lnTo>
                  <a:lnTo>
                    <a:pt x="128" y="314"/>
                  </a:lnTo>
                  <a:lnTo>
                    <a:pt x="116" y="312"/>
                  </a:lnTo>
                  <a:lnTo>
                    <a:pt x="102" y="310"/>
                  </a:lnTo>
                  <a:lnTo>
                    <a:pt x="58" y="310"/>
                  </a:lnTo>
                  <a:lnTo>
                    <a:pt x="58" y="248"/>
                  </a:lnTo>
                  <a:lnTo>
                    <a:pt x="104" y="248"/>
                  </a:lnTo>
                  <a:lnTo>
                    <a:pt x="104" y="248"/>
                  </a:lnTo>
                  <a:lnTo>
                    <a:pt x="124" y="246"/>
                  </a:lnTo>
                  <a:lnTo>
                    <a:pt x="132" y="244"/>
                  </a:lnTo>
                  <a:lnTo>
                    <a:pt x="138" y="240"/>
                  </a:lnTo>
                  <a:lnTo>
                    <a:pt x="142" y="234"/>
                  </a:lnTo>
                  <a:lnTo>
                    <a:pt x="146" y="226"/>
                  </a:lnTo>
                  <a:lnTo>
                    <a:pt x="146" y="216"/>
                  </a:lnTo>
                  <a:lnTo>
                    <a:pt x="148" y="204"/>
                  </a:lnTo>
                  <a:lnTo>
                    <a:pt x="148" y="90"/>
                  </a:lnTo>
                  <a:lnTo>
                    <a:pt x="148" y="90"/>
                  </a:lnTo>
                  <a:lnTo>
                    <a:pt x="146" y="84"/>
                  </a:lnTo>
                  <a:lnTo>
                    <a:pt x="142" y="78"/>
                  </a:lnTo>
                  <a:lnTo>
                    <a:pt x="138" y="74"/>
                  </a:lnTo>
                  <a:lnTo>
                    <a:pt x="130" y="72"/>
                  </a:lnTo>
                  <a:lnTo>
                    <a:pt x="130" y="72"/>
                  </a:lnTo>
                  <a:lnTo>
                    <a:pt x="124" y="72"/>
                  </a:lnTo>
                  <a:lnTo>
                    <a:pt x="118" y="76"/>
                  </a:lnTo>
                  <a:lnTo>
                    <a:pt x="114" y="82"/>
                  </a:lnTo>
                  <a:lnTo>
                    <a:pt x="112" y="90"/>
                  </a:lnTo>
                  <a:lnTo>
                    <a:pt x="112" y="184"/>
                  </a:lnTo>
                  <a:lnTo>
                    <a:pt x="0" y="184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86"/>
                  </a:lnTo>
                  <a:lnTo>
                    <a:pt x="2" y="70"/>
                  </a:lnTo>
                  <a:lnTo>
                    <a:pt x="6" y="52"/>
                  </a:lnTo>
                  <a:lnTo>
                    <a:pt x="12" y="36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30" y="16"/>
                  </a:lnTo>
                  <a:lnTo>
                    <a:pt x="38" y="10"/>
                  </a:lnTo>
                  <a:lnTo>
                    <a:pt x="46" y="6"/>
                  </a:lnTo>
                  <a:lnTo>
                    <a:pt x="58" y="2"/>
                  </a:lnTo>
                  <a:lnTo>
                    <a:pt x="70" y="0"/>
                  </a:lnTo>
                  <a:lnTo>
                    <a:pt x="84" y="0"/>
                  </a:lnTo>
                  <a:lnTo>
                    <a:pt x="176" y="0"/>
                  </a:lnTo>
                  <a:lnTo>
                    <a:pt x="176" y="0"/>
                  </a:lnTo>
                  <a:lnTo>
                    <a:pt x="190" y="0"/>
                  </a:lnTo>
                  <a:lnTo>
                    <a:pt x="202" y="2"/>
                  </a:lnTo>
                  <a:lnTo>
                    <a:pt x="214" y="6"/>
                  </a:lnTo>
                  <a:lnTo>
                    <a:pt x="222" y="10"/>
                  </a:lnTo>
                  <a:lnTo>
                    <a:pt x="230" y="16"/>
                  </a:lnTo>
                  <a:lnTo>
                    <a:pt x="238" y="22"/>
                  </a:lnTo>
                  <a:lnTo>
                    <a:pt x="242" y="28"/>
                  </a:lnTo>
                  <a:lnTo>
                    <a:pt x="248" y="36"/>
                  </a:lnTo>
                  <a:lnTo>
                    <a:pt x="254" y="52"/>
                  </a:lnTo>
                  <a:lnTo>
                    <a:pt x="258" y="70"/>
                  </a:lnTo>
                  <a:lnTo>
                    <a:pt x="260" y="86"/>
                  </a:lnTo>
                  <a:lnTo>
                    <a:pt x="260" y="102"/>
                  </a:lnTo>
                  <a:lnTo>
                    <a:pt x="260" y="194"/>
                  </a:lnTo>
                  <a:lnTo>
                    <a:pt x="260" y="194"/>
                  </a:lnTo>
                  <a:lnTo>
                    <a:pt x="258" y="216"/>
                  </a:lnTo>
                  <a:lnTo>
                    <a:pt x="252" y="234"/>
                  </a:lnTo>
                  <a:lnTo>
                    <a:pt x="244" y="248"/>
                  </a:lnTo>
                  <a:lnTo>
                    <a:pt x="234" y="258"/>
                  </a:lnTo>
                  <a:lnTo>
                    <a:pt x="222" y="266"/>
                  </a:lnTo>
                  <a:lnTo>
                    <a:pt x="210" y="270"/>
                  </a:lnTo>
                  <a:lnTo>
                    <a:pt x="196" y="272"/>
                  </a:lnTo>
                  <a:lnTo>
                    <a:pt x="184" y="272"/>
                  </a:lnTo>
                  <a:lnTo>
                    <a:pt x="184" y="278"/>
                  </a:lnTo>
                  <a:lnTo>
                    <a:pt x="184" y="278"/>
                  </a:lnTo>
                  <a:lnTo>
                    <a:pt x="196" y="280"/>
                  </a:lnTo>
                  <a:lnTo>
                    <a:pt x="208" y="280"/>
                  </a:lnTo>
                  <a:lnTo>
                    <a:pt x="218" y="284"/>
                  </a:lnTo>
                  <a:lnTo>
                    <a:pt x="228" y="288"/>
                  </a:lnTo>
                  <a:lnTo>
                    <a:pt x="234" y="292"/>
                  </a:lnTo>
                  <a:lnTo>
                    <a:pt x="240" y="298"/>
                  </a:lnTo>
                  <a:lnTo>
                    <a:pt x="250" y="310"/>
                  </a:lnTo>
                  <a:lnTo>
                    <a:pt x="256" y="322"/>
                  </a:lnTo>
                  <a:lnTo>
                    <a:pt x="258" y="336"/>
                  </a:lnTo>
                  <a:lnTo>
                    <a:pt x="260" y="358"/>
                  </a:lnTo>
                  <a:lnTo>
                    <a:pt x="260" y="472"/>
                  </a:lnTo>
                  <a:lnTo>
                    <a:pt x="260" y="472"/>
                  </a:lnTo>
                  <a:lnTo>
                    <a:pt x="260" y="488"/>
                  </a:lnTo>
                  <a:lnTo>
                    <a:pt x="258" y="506"/>
                  </a:lnTo>
                  <a:lnTo>
                    <a:pt x="254" y="522"/>
                  </a:lnTo>
                  <a:lnTo>
                    <a:pt x="248" y="540"/>
                  </a:lnTo>
                  <a:lnTo>
                    <a:pt x="242" y="546"/>
                  </a:lnTo>
                  <a:lnTo>
                    <a:pt x="238" y="554"/>
                  </a:lnTo>
                  <a:lnTo>
                    <a:pt x="230" y="560"/>
                  </a:lnTo>
                  <a:lnTo>
                    <a:pt x="222" y="566"/>
                  </a:lnTo>
                  <a:lnTo>
                    <a:pt x="214" y="570"/>
                  </a:lnTo>
                  <a:lnTo>
                    <a:pt x="202" y="572"/>
                  </a:lnTo>
                  <a:lnTo>
                    <a:pt x="190" y="574"/>
                  </a:lnTo>
                  <a:lnTo>
                    <a:pt x="176" y="576"/>
                  </a:lnTo>
                  <a:lnTo>
                    <a:pt x="84" y="576"/>
                  </a:lnTo>
                  <a:lnTo>
                    <a:pt x="84" y="576"/>
                  </a:lnTo>
                  <a:lnTo>
                    <a:pt x="70" y="574"/>
                  </a:lnTo>
                  <a:lnTo>
                    <a:pt x="58" y="572"/>
                  </a:lnTo>
                  <a:lnTo>
                    <a:pt x="46" y="570"/>
                  </a:lnTo>
                  <a:lnTo>
                    <a:pt x="38" y="566"/>
                  </a:lnTo>
                  <a:lnTo>
                    <a:pt x="30" y="560"/>
                  </a:lnTo>
                  <a:lnTo>
                    <a:pt x="22" y="554"/>
                  </a:lnTo>
                  <a:lnTo>
                    <a:pt x="18" y="546"/>
                  </a:lnTo>
                  <a:lnTo>
                    <a:pt x="12" y="540"/>
                  </a:lnTo>
                  <a:lnTo>
                    <a:pt x="6" y="522"/>
                  </a:lnTo>
                  <a:lnTo>
                    <a:pt x="2" y="506"/>
                  </a:lnTo>
                  <a:lnTo>
                    <a:pt x="0" y="488"/>
                  </a:lnTo>
                  <a:lnTo>
                    <a:pt x="0" y="472"/>
                  </a:lnTo>
                  <a:lnTo>
                    <a:pt x="0" y="374"/>
                  </a:lnTo>
                  <a:lnTo>
                    <a:pt x="112" y="3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ltGray">
            <a:xfrm>
              <a:off x="2332" y="1657"/>
              <a:ext cx="258" cy="576"/>
            </a:xfrm>
            <a:custGeom>
              <a:avLst/>
              <a:gdLst>
                <a:gd name="T0" fmla="*/ 0 w 258"/>
                <a:gd name="T1" fmla="*/ 0 h 576"/>
                <a:gd name="T2" fmla="*/ 258 w 258"/>
                <a:gd name="T3" fmla="*/ 0 h 576"/>
                <a:gd name="T4" fmla="*/ 258 w 258"/>
                <a:gd name="T5" fmla="*/ 576 h 576"/>
                <a:gd name="T6" fmla="*/ 154 w 258"/>
                <a:gd name="T7" fmla="*/ 576 h 576"/>
                <a:gd name="T8" fmla="*/ 154 w 258"/>
                <a:gd name="T9" fmla="*/ 72 h 576"/>
                <a:gd name="T10" fmla="*/ 104 w 258"/>
                <a:gd name="T11" fmla="*/ 72 h 576"/>
                <a:gd name="T12" fmla="*/ 104 w 258"/>
                <a:gd name="T13" fmla="*/ 576 h 576"/>
                <a:gd name="T14" fmla="*/ 0 w 258"/>
                <a:gd name="T15" fmla="*/ 576 h 576"/>
                <a:gd name="T16" fmla="*/ 0 w 258"/>
                <a:gd name="T17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8" h="576">
                  <a:moveTo>
                    <a:pt x="0" y="0"/>
                  </a:moveTo>
                  <a:lnTo>
                    <a:pt x="258" y="0"/>
                  </a:lnTo>
                  <a:lnTo>
                    <a:pt x="258" y="576"/>
                  </a:lnTo>
                  <a:lnTo>
                    <a:pt x="154" y="576"/>
                  </a:lnTo>
                  <a:lnTo>
                    <a:pt x="154" y="72"/>
                  </a:lnTo>
                  <a:lnTo>
                    <a:pt x="104" y="72"/>
                  </a:lnTo>
                  <a:lnTo>
                    <a:pt x="104" y="576"/>
                  </a:lnTo>
                  <a:lnTo>
                    <a:pt x="0" y="57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38" name="Freeform 37"/>
            <p:cNvSpPr>
              <a:spLocks noEditPoints="1"/>
            </p:cNvSpPr>
            <p:nvPr/>
          </p:nvSpPr>
          <p:spPr bwMode="ltGray">
            <a:xfrm>
              <a:off x="2670" y="1657"/>
              <a:ext cx="268" cy="576"/>
            </a:xfrm>
            <a:custGeom>
              <a:avLst/>
              <a:gdLst>
                <a:gd name="T0" fmla="*/ 0 w 268"/>
                <a:gd name="T1" fmla="*/ 576 h 576"/>
                <a:gd name="T2" fmla="*/ 112 w 268"/>
                <a:gd name="T3" fmla="*/ 576 h 576"/>
                <a:gd name="T4" fmla="*/ 112 w 268"/>
                <a:gd name="T5" fmla="*/ 380 h 576"/>
                <a:gd name="T6" fmla="*/ 176 w 268"/>
                <a:gd name="T7" fmla="*/ 380 h 576"/>
                <a:gd name="T8" fmla="*/ 176 w 268"/>
                <a:gd name="T9" fmla="*/ 380 h 576"/>
                <a:gd name="T10" fmla="*/ 190 w 268"/>
                <a:gd name="T11" fmla="*/ 380 h 576"/>
                <a:gd name="T12" fmla="*/ 202 w 268"/>
                <a:gd name="T13" fmla="*/ 378 h 576"/>
                <a:gd name="T14" fmla="*/ 214 w 268"/>
                <a:gd name="T15" fmla="*/ 374 h 576"/>
                <a:gd name="T16" fmla="*/ 224 w 268"/>
                <a:gd name="T17" fmla="*/ 370 h 576"/>
                <a:gd name="T18" fmla="*/ 232 w 268"/>
                <a:gd name="T19" fmla="*/ 364 h 576"/>
                <a:gd name="T20" fmla="*/ 240 w 268"/>
                <a:gd name="T21" fmla="*/ 358 h 576"/>
                <a:gd name="T22" fmla="*/ 252 w 268"/>
                <a:gd name="T23" fmla="*/ 344 h 576"/>
                <a:gd name="T24" fmla="*/ 260 w 268"/>
                <a:gd name="T25" fmla="*/ 328 h 576"/>
                <a:gd name="T26" fmla="*/ 264 w 268"/>
                <a:gd name="T27" fmla="*/ 310 h 576"/>
                <a:gd name="T28" fmla="*/ 266 w 268"/>
                <a:gd name="T29" fmla="*/ 294 h 576"/>
                <a:gd name="T30" fmla="*/ 268 w 268"/>
                <a:gd name="T31" fmla="*/ 278 h 576"/>
                <a:gd name="T32" fmla="*/ 268 w 268"/>
                <a:gd name="T33" fmla="*/ 102 h 576"/>
                <a:gd name="T34" fmla="*/ 268 w 268"/>
                <a:gd name="T35" fmla="*/ 102 h 576"/>
                <a:gd name="T36" fmla="*/ 266 w 268"/>
                <a:gd name="T37" fmla="*/ 86 h 576"/>
                <a:gd name="T38" fmla="*/ 264 w 268"/>
                <a:gd name="T39" fmla="*/ 70 h 576"/>
                <a:gd name="T40" fmla="*/ 260 w 268"/>
                <a:gd name="T41" fmla="*/ 52 h 576"/>
                <a:gd name="T42" fmla="*/ 252 w 268"/>
                <a:gd name="T43" fmla="*/ 36 h 576"/>
                <a:gd name="T44" fmla="*/ 240 w 268"/>
                <a:gd name="T45" fmla="*/ 22 h 576"/>
                <a:gd name="T46" fmla="*/ 232 w 268"/>
                <a:gd name="T47" fmla="*/ 16 h 576"/>
                <a:gd name="T48" fmla="*/ 224 w 268"/>
                <a:gd name="T49" fmla="*/ 10 h 576"/>
                <a:gd name="T50" fmla="*/ 214 w 268"/>
                <a:gd name="T51" fmla="*/ 6 h 576"/>
                <a:gd name="T52" fmla="*/ 202 w 268"/>
                <a:gd name="T53" fmla="*/ 2 h 576"/>
                <a:gd name="T54" fmla="*/ 190 w 268"/>
                <a:gd name="T55" fmla="*/ 0 h 576"/>
                <a:gd name="T56" fmla="*/ 176 w 268"/>
                <a:gd name="T57" fmla="*/ 0 h 576"/>
                <a:gd name="T58" fmla="*/ 0 w 268"/>
                <a:gd name="T59" fmla="*/ 0 h 576"/>
                <a:gd name="T60" fmla="*/ 0 w 268"/>
                <a:gd name="T61" fmla="*/ 576 h 576"/>
                <a:gd name="T62" fmla="*/ 112 w 268"/>
                <a:gd name="T63" fmla="*/ 316 h 576"/>
                <a:gd name="T64" fmla="*/ 112 w 268"/>
                <a:gd name="T65" fmla="*/ 72 h 576"/>
                <a:gd name="T66" fmla="*/ 142 w 268"/>
                <a:gd name="T67" fmla="*/ 72 h 576"/>
                <a:gd name="T68" fmla="*/ 142 w 268"/>
                <a:gd name="T69" fmla="*/ 72 h 576"/>
                <a:gd name="T70" fmla="*/ 150 w 268"/>
                <a:gd name="T71" fmla="*/ 74 h 576"/>
                <a:gd name="T72" fmla="*/ 156 w 268"/>
                <a:gd name="T73" fmla="*/ 80 h 576"/>
                <a:gd name="T74" fmla="*/ 162 w 268"/>
                <a:gd name="T75" fmla="*/ 88 h 576"/>
                <a:gd name="T76" fmla="*/ 162 w 268"/>
                <a:gd name="T77" fmla="*/ 100 h 576"/>
                <a:gd name="T78" fmla="*/ 162 w 268"/>
                <a:gd name="T79" fmla="*/ 288 h 576"/>
                <a:gd name="T80" fmla="*/ 162 w 268"/>
                <a:gd name="T81" fmla="*/ 288 h 576"/>
                <a:gd name="T82" fmla="*/ 162 w 268"/>
                <a:gd name="T83" fmla="*/ 300 h 576"/>
                <a:gd name="T84" fmla="*/ 156 w 268"/>
                <a:gd name="T85" fmla="*/ 310 h 576"/>
                <a:gd name="T86" fmla="*/ 150 w 268"/>
                <a:gd name="T87" fmla="*/ 314 h 576"/>
                <a:gd name="T88" fmla="*/ 142 w 268"/>
                <a:gd name="T89" fmla="*/ 316 h 576"/>
                <a:gd name="T90" fmla="*/ 112 w 268"/>
                <a:gd name="T91" fmla="*/ 31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68" h="576">
                  <a:moveTo>
                    <a:pt x="0" y="576"/>
                  </a:moveTo>
                  <a:lnTo>
                    <a:pt x="112" y="576"/>
                  </a:lnTo>
                  <a:lnTo>
                    <a:pt x="112" y="380"/>
                  </a:lnTo>
                  <a:lnTo>
                    <a:pt x="176" y="380"/>
                  </a:lnTo>
                  <a:lnTo>
                    <a:pt x="176" y="380"/>
                  </a:lnTo>
                  <a:lnTo>
                    <a:pt x="190" y="380"/>
                  </a:lnTo>
                  <a:lnTo>
                    <a:pt x="202" y="378"/>
                  </a:lnTo>
                  <a:lnTo>
                    <a:pt x="214" y="374"/>
                  </a:lnTo>
                  <a:lnTo>
                    <a:pt x="224" y="370"/>
                  </a:lnTo>
                  <a:lnTo>
                    <a:pt x="232" y="364"/>
                  </a:lnTo>
                  <a:lnTo>
                    <a:pt x="240" y="358"/>
                  </a:lnTo>
                  <a:lnTo>
                    <a:pt x="252" y="344"/>
                  </a:lnTo>
                  <a:lnTo>
                    <a:pt x="260" y="328"/>
                  </a:lnTo>
                  <a:lnTo>
                    <a:pt x="264" y="310"/>
                  </a:lnTo>
                  <a:lnTo>
                    <a:pt x="266" y="294"/>
                  </a:lnTo>
                  <a:lnTo>
                    <a:pt x="268" y="278"/>
                  </a:lnTo>
                  <a:lnTo>
                    <a:pt x="268" y="102"/>
                  </a:lnTo>
                  <a:lnTo>
                    <a:pt x="268" y="102"/>
                  </a:lnTo>
                  <a:lnTo>
                    <a:pt x="266" y="86"/>
                  </a:lnTo>
                  <a:lnTo>
                    <a:pt x="264" y="70"/>
                  </a:lnTo>
                  <a:lnTo>
                    <a:pt x="260" y="52"/>
                  </a:lnTo>
                  <a:lnTo>
                    <a:pt x="252" y="36"/>
                  </a:lnTo>
                  <a:lnTo>
                    <a:pt x="240" y="22"/>
                  </a:lnTo>
                  <a:lnTo>
                    <a:pt x="232" y="16"/>
                  </a:lnTo>
                  <a:lnTo>
                    <a:pt x="224" y="10"/>
                  </a:lnTo>
                  <a:lnTo>
                    <a:pt x="214" y="6"/>
                  </a:lnTo>
                  <a:lnTo>
                    <a:pt x="202" y="2"/>
                  </a:lnTo>
                  <a:lnTo>
                    <a:pt x="190" y="0"/>
                  </a:lnTo>
                  <a:lnTo>
                    <a:pt x="176" y="0"/>
                  </a:lnTo>
                  <a:lnTo>
                    <a:pt x="0" y="0"/>
                  </a:lnTo>
                  <a:lnTo>
                    <a:pt x="0" y="576"/>
                  </a:lnTo>
                  <a:close/>
                  <a:moveTo>
                    <a:pt x="112" y="316"/>
                  </a:moveTo>
                  <a:lnTo>
                    <a:pt x="112" y="72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50" y="74"/>
                  </a:lnTo>
                  <a:lnTo>
                    <a:pt x="156" y="80"/>
                  </a:lnTo>
                  <a:lnTo>
                    <a:pt x="162" y="88"/>
                  </a:lnTo>
                  <a:lnTo>
                    <a:pt x="162" y="100"/>
                  </a:lnTo>
                  <a:lnTo>
                    <a:pt x="162" y="288"/>
                  </a:lnTo>
                  <a:lnTo>
                    <a:pt x="162" y="288"/>
                  </a:lnTo>
                  <a:lnTo>
                    <a:pt x="162" y="300"/>
                  </a:lnTo>
                  <a:lnTo>
                    <a:pt x="156" y="310"/>
                  </a:lnTo>
                  <a:lnTo>
                    <a:pt x="150" y="314"/>
                  </a:lnTo>
                  <a:lnTo>
                    <a:pt x="142" y="316"/>
                  </a:lnTo>
                  <a:lnTo>
                    <a:pt x="112" y="3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ltGray">
            <a:xfrm>
              <a:off x="3320" y="1657"/>
              <a:ext cx="436" cy="576"/>
            </a:xfrm>
            <a:custGeom>
              <a:avLst/>
              <a:gdLst>
                <a:gd name="T0" fmla="*/ 292 w 436"/>
                <a:gd name="T1" fmla="*/ 0 h 576"/>
                <a:gd name="T2" fmla="*/ 436 w 436"/>
                <a:gd name="T3" fmla="*/ 0 h 576"/>
                <a:gd name="T4" fmla="*/ 436 w 436"/>
                <a:gd name="T5" fmla="*/ 576 h 576"/>
                <a:gd name="T6" fmla="*/ 324 w 436"/>
                <a:gd name="T7" fmla="*/ 576 h 576"/>
                <a:gd name="T8" fmla="*/ 324 w 436"/>
                <a:gd name="T9" fmla="*/ 214 h 576"/>
                <a:gd name="T10" fmla="*/ 320 w 436"/>
                <a:gd name="T11" fmla="*/ 214 h 576"/>
                <a:gd name="T12" fmla="*/ 262 w 436"/>
                <a:gd name="T13" fmla="*/ 576 h 576"/>
                <a:gd name="T14" fmla="*/ 174 w 436"/>
                <a:gd name="T15" fmla="*/ 576 h 576"/>
                <a:gd name="T16" fmla="*/ 116 w 436"/>
                <a:gd name="T17" fmla="*/ 214 h 576"/>
                <a:gd name="T18" fmla="*/ 112 w 436"/>
                <a:gd name="T19" fmla="*/ 214 h 576"/>
                <a:gd name="T20" fmla="*/ 112 w 436"/>
                <a:gd name="T21" fmla="*/ 576 h 576"/>
                <a:gd name="T22" fmla="*/ 0 w 436"/>
                <a:gd name="T23" fmla="*/ 576 h 576"/>
                <a:gd name="T24" fmla="*/ 0 w 436"/>
                <a:gd name="T25" fmla="*/ 0 h 576"/>
                <a:gd name="T26" fmla="*/ 146 w 436"/>
                <a:gd name="T27" fmla="*/ 0 h 576"/>
                <a:gd name="T28" fmla="*/ 218 w 436"/>
                <a:gd name="T29" fmla="*/ 404 h 576"/>
                <a:gd name="T30" fmla="*/ 292 w 436"/>
                <a:gd name="T31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36" h="576">
                  <a:moveTo>
                    <a:pt x="292" y="0"/>
                  </a:moveTo>
                  <a:lnTo>
                    <a:pt x="436" y="0"/>
                  </a:lnTo>
                  <a:lnTo>
                    <a:pt x="436" y="576"/>
                  </a:lnTo>
                  <a:lnTo>
                    <a:pt x="324" y="576"/>
                  </a:lnTo>
                  <a:lnTo>
                    <a:pt x="324" y="214"/>
                  </a:lnTo>
                  <a:lnTo>
                    <a:pt x="320" y="214"/>
                  </a:lnTo>
                  <a:lnTo>
                    <a:pt x="262" y="576"/>
                  </a:lnTo>
                  <a:lnTo>
                    <a:pt x="174" y="576"/>
                  </a:lnTo>
                  <a:lnTo>
                    <a:pt x="116" y="214"/>
                  </a:lnTo>
                  <a:lnTo>
                    <a:pt x="112" y="214"/>
                  </a:lnTo>
                  <a:lnTo>
                    <a:pt x="112" y="576"/>
                  </a:lnTo>
                  <a:lnTo>
                    <a:pt x="0" y="576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218" y="404"/>
                  </a:lnTo>
                  <a:lnTo>
                    <a:pt x="2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40" name="Freeform 39"/>
            <p:cNvSpPr>
              <a:spLocks noEditPoints="1"/>
            </p:cNvSpPr>
            <p:nvPr/>
          </p:nvSpPr>
          <p:spPr bwMode="ltGray">
            <a:xfrm>
              <a:off x="900" y="1159"/>
              <a:ext cx="330" cy="1042"/>
            </a:xfrm>
            <a:custGeom>
              <a:avLst/>
              <a:gdLst>
                <a:gd name="T0" fmla="*/ 288 w 330"/>
                <a:gd name="T1" fmla="*/ 600 h 1042"/>
                <a:gd name="T2" fmla="*/ 272 w 330"/>
                <a:gd name="T3" fmla="*/ 714 h 1042"/>
                <a:gd name="T4" fmla="*/ 270 w 330"/>
                <a:gd name="T5" fmla="*/ 604 h 1042"/>
                <a:gd name="T6" fmla="*/ 254 w 330"/>
                <a:gd name="T7" fmla="*/ 490 h 1042"/>
                <a:gd name="T8" fmla="*/ 216 w 330"/>
                <a:gd name="T9" fmla="*/ 364 h 1042"/>
                <a:gd name="T10" fmla="*/ 176 w 330"/>
                <a:gd name="T11" fmla="*/ 272 h 1042"/>
                <a:gd name="T12" fmla="*/ 152 w 330"/>
                <a:gd name="T13" fmla="*/ 272 h 1042"/>
                <a:gd name="T14" fmla="*/ 92 w 330"/>
                <a:gd name="T15" fmla="*/ 422 h 1042"/>
                <a:gd name="T16" fmla="*/ 74 w 330"/>
                <a:gd name="T17" fmla="*/ 490 h 1042"/>
                <a:gd name="T18" fmla="*/ 56 w 330"/>
                <a:gd name="T19" fmla="*/ 624 h 1042"/>
                <a:gd name="T20" fmla="*/ 54 w 330"/>
                <a:gd name="T21" fmla="*/ 716 h 1042"/>
                <a:gd name="T22" fmla="*/ 40 w 330"/>
                <a:gd name="T23" fmla="*/ 568 h 1042"/>
                <a:gd name="T24" fmla="*/ 40 w 330"/>
                <a:gd name="T25" fmla="*/ 498 h 1042"/>
                <a:gd name="T26" fmla="*/ 52 w 330"/>
                <a:gd name="T27" fmla="*/ 382 h 1042"/>
                <a:gd name="T28" fmla="*/ 72 w 330"/>
                <a:gd name="T29" fmla="*/ 298 h 1042"/>
                <a:gd name="T30" fmla="*/ 128 w 330"/>
                <a:gd name="T31" fmla="*/ 148 h 1042"/>
                <a:gd name="T32" fmla="*/ 164 w 330"/>
                <a:gd name="T33" fmla="*/ 80 h 1042"/>
                <a:gd name="T34" fmla="*/ 216 w 330"/>
                <a:gd name="T35" fmla="*/ 186 h 1042"/>
                <a:gd name="T36" fmla="*/ 256 w 330"/>
                <a:gd name="T37" fmla="*/ 296 h 1042"/>
                <a:gd name="T38" fmla="*/ 274 w 330"/>
                <a:gd name="T39" fmla="*/ 372 h 1042"/>
                <a:gd name="T40" fmla="*/ 290 w 330"/>
                <a:gd name="T41" fmla="*/ 506 h 1042"/>
                <a:gd name="T42" fmla="*/ 164 w 330"/>
                <a:gd name="T43" fmla="*/ 1004 h 1042"/>
                <a:gd name="T44" fmla="*/ 134 w 330"/>
                <a:gd name="T45" fmla="*/ 932 h 1042"/>
                <a:gd name="T46" fmla="*/ 120 w 330"/>
                <a:gd name="T47" fmla="*/ 848 h 1042"/>
                <a:gd name="T48" fmla="*/ 118 w 330"/>
                <a:gd name="T49" fmla="*/ 780 h 1042"/>
                <a:gd name="T50" fmla="*/ 136 w 330"/>
                <a:gd name="T51" fmla="*/ 692 h 1042"/>
                <a:gd name="T52" fmla="*/ 164 w 330"/>
                <a:gd name="T53" fmla="*/ 626 h 1042"/>
                <a:gd name="T54" fmla="*/ 182 w 330"/>
                <a:gd name="T55" fmla="*/ 666 h 1042"/>
                <a:gd name="T56" fmla="*/ 202 w 330"/>
                <a:gd name="T57" fmla="*/ 740 h 1042"/>
                <a:gd name="T58" fmla="*/ 210 w 330"/>
                <a:gd name="T59" fmla="*/ 806 h 1042"/>
                <a:gd name="T60" fmla="*/ 202 w 330"/>
                <a:gd name="T61" fmla="*/ 900 h 1042"/>
                <a:gd name="T62" fmla="*/ 180 w 330"/>
                <a:gd name="T63" fmla="*/ 972 h 1042"/>
                <a:gd name="T64" fmla="*/ 300 w 330"/>
                <a:gd name="T65" fmla="*/ 296 h 1042"/>
                <a:gd name="T66" fmla="*/ 266 w 330"/>
                <a:gd name="T67" fmla="*/ 188 h 1042"/>
                <a:gd name="T68" fmla="*/ 204 w 330"/>
                <a:gd name="T69" fmla="*/ 62 h 1042"/>
                <a:gd name="T70" fmla="*/ 164 w 330"/>
                <a:gd name="T71" fmla="*/ 0 h 1042"/>
                <a:gd name="T72" fmla="*/ 88 w 330"/>
                <a:gd name="T73" fmla="*/ 132 h 1042"/>
                <a:gd name="T74" fmla="*/ 38 w 330"/>
                <a:gd name="T75" fmla="*/ 260 h 1042"/>
                <a:gd name="T76" fmla="*/ 14 w 330"/>
                <a:gd name="T77" fmla="*/ 358 h 1042"/>
                <a:gd name="T78" fmla="*/ 0 w 330"/>
                <a:gd name="T79" fmla="*/ 500 h 1042"/>
                <a:gd name="T80" fmla="*/ 6 w 330"/>
                <a:gd name="T81" fmla="*/ 634 h 1042"/>
                <a:gd name="T82" fmla="*/ 22 w 330"/>
                <a:gd name="T83" fmla="*/ 722 h 1042"/>
                <a:gd name="T84" fmla="*/ 62 w 330"/>
                <a:gd name="T85" fmla="*/ 854 h 1042"/>
                <a:gd name="T86" fmla="*/ 94 w 330"/>
                <a:gd name="T87" fmla="*/ 924 h 1042"/>
                <a:gd name="T88" fmla="*/ 164 w 330"/>
                <a:gd name="T89" fmla="*/ 1042 h 1042"/>
                <a:gd name="T90" fmla="*/ 202 w 330"/>
                <a:gd name="T91" fmla="*/ 986 h 1042"/>
                <a:gd name="T92" fmla="*/ 268 w 330"/>
                <a:gd name="T93" fmla="*/ 846 h 1042"/>
                <a:gd name="T94" fmla="*/ 306 w 330"/>
                <a:gd name="T95" fmla="*/ 722 h 1042"/>
                <a:gd name="T96" fmla="*/ 320 w 330"/>
                <a:gd name="T97" fmla="*/ 652 h 1042"/>
                <a:gd name="T98" fmla="*/ 330 w 330"/>
                <a:gd name="T99" fmla="*/ 532 h 1042"/>
                <a:gd name="T100" fmla="*/ 320 w 330"/>
                <a:gd name="T101" fmla="*/ 402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30" h="1042">
                  <a:moveTo>
                    <a:pt x="290" y="556"/>
                  </a:moveTo>
                  <a:lnTo>
                    <a:pt x="290" y="556"/>
                  </a:lnTo>
                  <a:lnTo>
                    <a:pt x="288" y="600"/>
                  </a:lnTo>
                  <a:lnTo>
                    <a:pt x="284" y="642"/>
                  </a:lnTo>
                  <a:lnTo>
                    <a:pt x="278" y="682"/>
                  </a:lnTo>
                  <a:lnTo>
                    <a:pt x="272" y="714"/>
                  </a:lnTo>
                  <a:lnTo>
                    <a:pt x="272" y="714"/>
                  </a:lnTo>
                  <a:lnTo>
                    <a:pt x="272" y="662"/>
                  </a:lnTo>
                  <a:lnTo>
                    <a:pt x="270" y="604"/>
                  </a:lnTo>
                  <a:lnTo>
                    <a:pt x="262" y="546"/>
                  </a:lnTo>
                  <a:lnTo>
                    <a:pt x="254" y="490"/>
                  </a:lnTo>
                  <a:lnTo>
                    <a:pt x="254" y="490"/>
                  </a:lnTo>
                  <a:lnTo>
                    <a:pt x="246" y="462"/>
                  </a:lnTo>
                  <a:lnTo>
                    <a:pt x="238" y="430"/>
                  </a:lnTo>
                  <a:lnTo>
                    <a:pt x="216" y="364"/>
                  </a:lnTo>
                  <a:lnTo>
                    <a:pt x="202" y="332"/>
                  </a:lnTo>
                  <a:lnTo>
                    <a:pt x="190" y="300"/>
                  </a:lnTo>
                  <a:lnTo>
                    <a:pt x="176" y="272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52" y="272"/>
                  </a:lnTo>
                  <a:lnTo>
                    <a:pt x="140" y="296"/>
                  </a:lnTo>
                  <a:lnTo>
                    <a:pt x="114" y="356"/>
                  </a:lnTo>
                  <a:lnTo>
                    <a:pt x="92" y="422"/>
                  </a:lnTo>
                  <a:lnTo>
                    <a:pt x="82" y="456"/>
                  </a:lnTo>
                  <a:lnTo>
                    <a:pt x="74" y="490"/>
                  </a:lnTo>
                  <a:lnTo>
                    <a:pt x="74" y="490"/>
                  </a:lnTo>
                  <a:lnTo>
                    <a:pt x="68" y="524"/>
                  </a:lnTo>
                  <a:lnTo>
                    <a:pt x="64" y="558"/>
                  </a:lnTo>
                  <a:lnTo>
                    <a:pt x="56" y="624"/>
                  </a:lnTo>
                  <a:lnTo>
                    <a:pt x="54" y="678"/>
                  </a:lnTo>
                  <a:lnTo>
                    <a:pt x="54" y="716"/>
                  </a:lnTo>
                  <a:lnTo>
                    <a:pt x="54" y="716"/>
                  </a:lnTo>
                  <a:lnTo>
                    <a:pt x="50" y="684"/>
                  </a:lnTo>
                  <a:lnTo>
                    <a:pt x="44" y="632"/>
                  </a:lnTo>
                  <a:lnTo>
                    <a:pt x="40" y="568"/>
                  </a:lnTo>
                  <a:lnTo>
                    <a:pt x="38" y="532"/>
                  </a:lnTo>
                  <a:lnTo>
                    <a:pt x="40" y="498"/>
                  </a:lnTo>
                  <a:lnTo>
                    <a:pt x="40" y="498"/>
                  </a:lnTo>
                  <a:lnTo>
                    <a:pt x="42" y="468"/>
                  </a:lnTo>
                  <a:lnTo>
                    <a:pt x="44" y="438"/>
                  </a:lnTo>
                  <a:lnTo>
                    <a:pt x="52" y="382"/>
                  </a:lnTo>
                  <a:lnTo>
                    <a:pt x="62" y="334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86" y="254"/>
                  </a:lnTo>
                  <a:lnTo>
                    <a:pt x="102" y="214"/>
                  </a:lnTo>
                  <a:lnTo>
                    <a:pt x="128" y="148"/>
                  </a:lnTo>
                  <a:lnTo>
                    <a:pt x="150" y="102"/>
                  </a:lnTo>
                  <a:lnTo>
                    <a:pt x="164" y="80"/>
                  </a:lnTo>
                  <a:lnTo>
                    <a:pt x="164" y="80"/>
                  </a:lnTo>
                  <a:lnTo>
                    <a:pt x="178" y="106"/>
                  </a:lnTo>
                  <a:lnTo>
                    <a:pt x="202" y="154"/>
                  </a:lnTo>
                  <a:lnTo>
                    <a:pt x="216" y="186"/>
                  </a:lnTo>
                  <a:lnTo>
                    <a:pt x="230" y="220"/>
                  </a:lnTo>
                  <a:lnTo>
                    <a:pt x="244" y="258"/>
                  </a:lnTo>
                  <a:lnTo>
                    <a:pt x="256" y="296"/>
                  </a:lnTo>
                  <a:lnTo>
                    <a:pt x="256" y="296"/>
                  </a:lnTo>
                  <a:lnTo>
                    <a:pt x="266" y="334"/>
                  </a:lnTo>
                  <a:lnTo>
                    <a:pt x="274" y="372"/>
                  </a:lnTo>
                  <a:lnTo>
                    <a:pt x="280" y="408"/>
                  </a:lnTo>
                  <a:lnTo>
                    <a:pt x="284" y="442"/>
                  </a:lnTo>
                  <a:lnTo>
                    <a:pt x="290" y="506"/>
                  </a:lnTo>
                  <a:lnTo>
                    <a:pt x="290" y="556"/>
                  </a:lnTo>
                  <a:close/>
                  <a:moveTo>
                    <a:pt x="164" y="1004"/>
                  </a:moveTo>
                  <a:lnTo>
                    <a:pt x="164" y="1004"/>
                  </a:lnTo>
                  <a:lnTo>
                    <a:pt x="150" y="974"/>
                  </a:lnTo>
                  <a:lnTo>
                    <a:pt x="142" y="954"/>
                  </a:lnTo>
                  <a:lnTo>
                    <a:pt x="134" y="932"/>
                  </a:lnTo>
                  <a:lnTo>
                    <a:pt x="128" y="908"/>
                  </a:lnTo>
                  <a:lnTo>
                    <a:pt x="122" y="880"/>
                  </a:lnTo>
                  <a:lnTo>
                    <a:pt x="120" y="848"/>
                  </a:lnTo>
                  <a:lnTo>
                    <a:pt x="116" y="814"/>
                  </a:lnTo>
                  <a:lnTo>
                    <a:pt x="116" y="814"/>
                  </a:lnTo>
                  <a:lnTo>
                    <a:pt x="118" y="780"/>
                  </a:lnTo>
                  <a:lnTo>
                    <a:pt x="122" y="748"/>
                  </a:lnTo>
                  <a:lnTo>
                    <a:pt x="128" y="718"/>
                  </a:lnTo>
                  <a:lnTo>
                    <a:pt x="136" y="692"/>
                  </a:lnTo>
                  <a:lnTo>
                    <a:pt x="144" y="670"/>
                  </a:lnTo>
                  <a:lnTo>
                    <a:pt x="152" y="650"/>
                  </a:lnTo>
                  <a:lnTo>
                    <a:pt x="164" y="626"/>
                  </a:lnTo>
                  <a:lnTo>
                    <a:pt x="164" y="626"/>
                  </a:lnTo>
                  <a:lnTo>
                    <a:pt x="176" y="648"/>
                  </a:lnTo>
                  <a:lnTo>
                    <a:pt x="182" y="666"/>
                  </a:lnTo>
                  <a:lnTo>
                    <a:pt x="190" y="688"/>
                  </a:lnTo>
                  <a:lnTo>
                    <a:pt x="196" y="712"/>
                  </a:lnTo>
                  <a:lnTo>
                    <a:pt x="202" y="740"/>
                  </a:lnTo>
                  <a:lnTo>
                    <a:pt x="208" y="772"/>
                  </a:lnTo>
                  <a:lnTo>
                    <a:pt x="210" y="806"/>
                  </a:lnTo>
                  <a:lnTo>
                    <a:pt x="210" y="806"/>
                  </a:lnTo>
                  <a:lnTo>
                    <a:pt x="210" y="840"/>
                  </a:lnTo>
                  <a:lnTo>
                    <a:pt x="206" y="870"/>
                  </a:lnTo>
                  <a:lnTo>
                    <a:pt x="202" y="900"/>
                  </a:lnTo>
                  <a:lnTo>
                    <a:pt x="194" y="926"/>
                  </a:lnTo>
                  <a:lnTo>
                    <a:pt x="188" y="950"/>
                  </a:lnTo>
                  <a:lnTo>
                    <a:pt x="180" y="972"/>
                  </a:lnTo>
                  <a:lnTo>
                    <a:pt x="164" y="1004"/>
                  </a:lnTo>
                  <a:close/>
                  <a:moveTo>
                    <a:pt x="300" y="296"/>
                  </a:moveTo>
                  <a:lnTo>
                    <a:pt x="300" y="296"/>
                  </a:lnTo>
                  <a:lnTo>
                    <a:pt x="292" y="268"/>
                  </a:lnTo>
                  <a:lnTo>
                    <a:pt x="284" y="242"/>
                  </a:lnTo>
                  <a:lnTo>
                    <a:pt x="266" y="188"/>
                  </a:lnTo>
                  <a:lnTo>
                    <a:pt x="244" y="140"/>
                  </a:lnTo>
                  <a:lnTo>
                    <a:pt x="224" y="98"/>
                  </a:lnTo>
                  <a:lnTo>
                    <a:pt x="204" y="62"/>
                  </a:lnTo>
                  <a:lnTo>
                    <a:pt x="186" y="32"/>
                  </a:lnTo>
                  <a:lnTo>
                    <a:pt x="164" y="0"/>
                  </a:lnTo>
                  <a:lnTo>
                    <a:pt x="164" y="0"/>
                  </a:lnTo>
                  <a:lnTo>
                    <a:pt x="142" y="34"/>
                  </a:lnTo>
                  <a:lnTo>
                    <a:pt x="108" y="94"/>
                  </a:lnTo>
                  <a:lnTo>
                    <a:pt x="88" y="132"/>
                  </a:lnTo>
                  <a:lnTo>
                    <a:pt x="70" y="172"/>
                  </a:lnTo>
                  <a:lnTo>
                    <a:pt x="54" y="214"/>
                  </a:lnTo>
                  <a:lnTo>
                    <a:pt x="38" y="260"/>
                  </a:lnTo>
                  <a:lnTo>
                    <a:pt x="38" y="260"/>
                  </a:lnTo>
                  <a:lnTo>
                    <a:pt x="24" y="310"/>
                  </a:lnTo>
                  <a:lnTo>
                    <a:pt x="14" y="358"/>
                  </a:lnTo>
                  <a:lnTo>
                    <a:pt x="8" y="406"/>
                  </a:lnTo>
                  <a:lnTo>
                    <a:pt x="2" y="454"/>
                  </a:lnTo>
                  <a:lnTo>
                    <a:pt x="0" y="500"/>
                  </a:lnTo>
                  <a:lnTo>
                    <a:pt x="0" y="546"/>
                  </a:lnTo>
                  <a:lnTo>
                    <a:pt x="2" y="590"/>
                  </a:lnTo>
                  <a:lnTo>
                    <a:pt x="6" y="634"/>
                  </a:lnTo>
                  <a:lnTo>
                    <a:pt x="6" y="634"/>
                  </a:lnTo>
                  <a:lnTo>
                    <a:pt x="14" y="680"/>
                  </a:lnTo>
                  <a:lnTo>
                    <a:pt x="22" y="722"/>
                  </a:lnTo>
                  <a:lnTo>
                    <a:pt x="32" y="762"/>
                  </a:lnTo>
                  <a:lnTo>
                    <a:pt x="44" y="800"/>
                  </a:lnTo>
                  <a:lnTo>
                    <a:pt x="62" y="854"/>
                  </a:lnTo>
                  <a:lnTo>
                    <a:pt x="70" y="876"/>
                  </a:lnTo>
                  <a:lnTo>
                    <a:pt x="70" y="876"/>
                  </a:lnTo>
                  <a:lnTo>
                    <a:pt x="94" y="924"/>
                  </a:lnTo>
                  <a:lnTo>
                    <a:pt x="118" y="970"/>
                  </a:lnTo>
                  <a:lnTo>
                    <a:pt x="142" y="1010"/>
                  </a:lnTo>
                  <a:lnTo>
                    <a:pt x="164" y="1042"/>
                  </a:lnTo>
                  <a:lnTo>
                    <a:pt x="164" y="1042"/>
                  </a:lnTo>
                  <a:lnTo>
                    <a:pt x="182" y="1018"/>
                  </a:lnTo>
                  <a:lnTo>
                    <a:pt x="202" y="986"/>
                  </a:lnTo>
                  <a:lnTo>
                    <a:pt x="224" y="946"/>
                  </a:lnTo>
                  <a:lnTo>
                    <a:pt x="246" y="900"/>
                  </a:lnTo>
                  <a:lnTo>
                    <a:pt x="268" y="846"/>
                  </a:lnTo>
                  <a:lnTo>
                    <a:pt x="288" y="786"/>
                  </a:lnTo>
                  <a:lnTo>
                    <a:pt x="298" y="754"/>
                  </a:lnTo>
                  <a:lnTo>
                    <a:pt x="306" y="722"/>
                  </a:lnTo>
                  <a:lnTo>
                    <a:pt x="314" y="686"/>
                  </a:lnTo>
                  <a:lnTo>
                    <a:pt x="320" y="652"/>
                  </a:lnTo>
                  <a:lnTo>
                    <a:pt x="320" y="652"/>
                  </a:lnTo>
                  <a:lnTo>
                    <a:pt x="324" y="612"/>
                  </a:lnTo>
                  <a:lnTo>
                    <a:pt x="328" y="572"/>
                  </a:lnTo>
                  <a:lnTo>
                    <a:pt x="330" y="532"/>
                  </a:lnTo>
                  <a:lnTo>
                    <a:pt x="328" y="492"/>
                  </a:lnTo>
                  <a:lnTo>
                    <a:pt x="326" y="448"/>
                  </a:lnTo>
                  <a:lnTo>
                    <a:pt x="320" y="402"/>
                  </a:lnTo>
                  <a:lnTo>
                    <a:pt x="312" y="352"/>
                  </a:lnTo>
                  <a:lnTo>
                    <a:pt x="300" y="29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41" name="Freeform 19"/>
            <p:cNvSpPr>
              <a:spLocks/>
            </p:cNvSpPr>
            <p:nvPr/>
          </p:nvSpPr>
          <p:spPr bwMode="ltGray">
            <a:xfrm>
              <a:off x="264" y="1659"/>
              <a:ext cx="1008" cy="1150"/>
            </a:xfrm>
            <a:custGeom>
              <a:avLst/>
              <a:gdLst>
                <a:gd name="T0" fmla="*/ 584 w 1008"/>
                <a:gd name="T1" fmla="*/ 754 h 1150"/>
                <a:gd name="T2" fmla="*/ 610 w 1008"/>
                <a:gd name="T3" fmla="*/ 734 h 1150"/>
                <a:gd name="T4" fmla="*/ 654 w 1008"/>
                <a:gd name="T5" fmla="*/ 714 h 1150"/>
                <a:gd name="T6" fmla="*/ 700 w 1008"/>
                <a:gd name="T7" fmla="*/ 706 h 1150"/>
                <a:gd name="T8" fmla="*/ 746 w 1008"/>
                <a:gd name="T9" fmla="*/ 714 h 1150"/>
                <a:gd name="T10" fmla="*/ 790 w 1008"/>
                <a:gd name="T11" fmla="*/ 734 h 1150"/>
                <a:gd name="T12" fmla="*/ 816 w 1008"/>
                <a:gd name="T13" fmla="*/ 754 h 1150"/>
                <a:gd name="T14" fmla="*/ 844 w 1008"/>
                <a:gd name="T15" fmla="*/ 792 h 1150"/>
                <a:gd name="T16" fmla="*/ 860 w 1008"/>
                <a:gd name="T17" fmla="*/ 838 h 1150"/>
                <a:gd name="T18" fmla="*/ 862 w 1008"/>
                <a:gd name="T19" fmla="*/ 884 h 1150"/>
                <a:gd name="T20" fmla="*/ 852 w 1008"/>
                <a:gd name="T21" fmla="*/ 928 h 1150"/>
                <a:gd name="T22" fmla="*/ 826 w 1008"/>
                <a:gd name="T23" fmla="*/ 970 h 1150"/>
                <a:gd name="T24" fmla="*/ 814 w 1008"/>
                <a:gd name="T25" fmla="*/ 984 h 1150"/>
                <a:gd name="T26" fmla="*/ 762 w 1008"/>
                <a:gd name="T27" fmla="*/ 1024 h 1150"/>
                <a:gd name="T28" fmla="*/ 676 w 1008"/>
                <a:gd name="T29" fmla="*/ 1064 h 1150"/>
                <a:gd name="T30" fmla="*/ 584 w 1008"/>
                <a:gd name="T31" fmla="*/ 1078 h 1150"/>
                <a:gd name="T32" fmla="*/ 520 w 1008"/>
                <a:gd name="T33" fmla="*/ 1072 h 1150"/>
                <a:gd name="T34" fmla="*/ 432 w 1008"/>
                <a:gd name="T35" fmla="*/ 1040 h 1150"/>
                <a:gd name="T36" fmla="*/ 352 w 1008"/>
                <a:gd name="T37" fmla="*/ 984 h 1150"/>
                <a:gd name="T38" fmla="*/ 314 w 1008"/>
                <a:gd name="T39" fmla="*/ 940 h 1150"/>
                <a:gd name="T40" fmla="*/ 276 w 1008"/>
                <a:gd name="T41" fmla="*/ 864 h 1150"/>
                <a:gd name="T42" fmla="*/ 258 w 1008"/>
                <a:gd name="T43" fmla="*/ 784 h 1150"/>
                <a:gd name="T44" fmla="*/ 260 w 1008"/>
                <a:gd name="T45" fmla="*/ 702 h 1150"/>
                <a:gd name="T46" fmla="*/ 284 w 1008"/>
                <a:gd name="T47" fmla="*/ 624 h 1150"/>
                <a:gd name="T48" fmla="*/ 312 w 1008"/>
                <a:gd name="T49" fmla="*/ 576 h 1150"/>
                <a:gd name="T50" fmla="*/ 352 w 1008"/>
                <a:gd name="T51" fmla="*/ 528 h 1150"/>
                <a:gd name="T52" fmla="*/ 432 w 1008"/>
                <a:gd name="T53" fmla="*/ 470 h 1150"/>
                <a:gd name="T54" fmla="*/ 520 w 1008"/>
                <a:gd name="T55" fmla="*/ 438 h 1150"/>
                <a:gd name="T56" fmla="*/ 584 w 1008"/>
                <a:gd name="T57" fmla="*/ 0 h 1150"/>
                <a:gd name="T58" fmla="*/ 524 w 1008"/>
                <a:gd name="T59" fmla="*/ 4 h 1150"/>
                <a:gd name="T60" fmla="*/ 438 w 1008"/>
                <a:gd name="T61" fmla="*/ 20 h 1150"/>
                <a:gd name="T62" fmla="*/ 356 w 1008"/>
                <a:gd name="T63" fmla="*/ 46 h 1150"/>
                <a:gd name="T64" fmla="*/ 282 w 1008"/>
                <a:gd name="T65" fmla="*/ 84 h 1150"/>
                <a:gd name="T66" fmla="*/ 212 w 1008"/>
                <a:gd name="T67" fmla="*/ 132 h 1150"/>
                <a:gd name="T68" fmla="*/ 152 w 1008"/>
                <a:gd name="T69" fmla="*/ 190 h 1150"/>
                <a:gd name="T70" fmla="*/ 100 w 1008"/>
                <a:gd name="T71" fmla="*/ 254 h 1150"/>
                <a:gd name="T72" fmla="*/ 58 w 1008"/>
                <a:gd name="T73" fmla="*/ 326 h 1150"/>
                <a:gd name="T74" fmla="*/ 26 w 1008"/>
                <a:gd name="T75" fmla="*/ 404 h 1150"/>
                <a:gd name="T76" fmla="*/ 6 w 1008"/>
                <a:gd name="T77" fmla="*/ 488 h 1150"/>
                <a:gd name="T78" fmla="*/ 0 w 1008"/>
                <a:gd name="T79" fmla="*/ 576 h 1150"/>
                <a:gd name="T80" fmla="*/ 4 w 1008"/>
                <a:gd name="T81" fmla="*/ 634 h 1150"/>
                <a:gd name="T82" fmla="*/ 18 w 1008"/>
                <a:gd name="T83" fmla="*/ 718 h 1150"/>
                <a:gd name="T84" fmla="*/ 46 w 1008"/>
                <a:gd name="T85" fmla="*/ 798 h 1150"/>
                <a:gd name="T86" fmla="*/ 84 w 1008"/>
                <a:gd name="T87" fmla="*/ 872 h 1150"/>
                <a:gd name="T88" fmla="*/ 134 w 1008"/>
                <a:gd name="T89" fmla="*/ 940 h 1150"/>
                <a:gd name="T90" fmla="*/ 192 w 1008"/>
                <a:gd name="T91" fmla="*/ 1000 h 1150"/>
                <a:gd name="T92" fmla="*/ 258 w 1008"/>
                <a:gd name="T93" fmla="*/ 1052 h 1150"/>
                <a:gd name="T94" fmla="*/ 330 w 1008"/>
                <a:gd name="T95" fmla="*/ 1092 h 1150"/>
                <a:gd name="T96" fmla="*/ 410 w 1008"/>
                <a:gd name="T97" fmla="*/ 1124 h 1150"/>
                <a:gd name="T98" fmla="*/ 494 w 1008"/>
                <a:gd name="T99" fmla="*/ 1142 h 1150"/>
                <a:gd name="T100" fmla="*/ 584 w 1008"/>
                <a:gd name="T101" fmla="*/ 1150 h 1150"/>
                <a:gd name="T102" fmla="*/ 646 w 1008"/>
                <a:gd name="T103" fmla="*/ 1146 h 1150"/>
                <a:gd name="T104" fmla="*/ 734 w 1008"/>
                <a:gd name="T105" fmla="*/ 1130 h 1150"/>
                <a:gd name="T106" fmla="*/ 818 w 1008"/>
                <a:gd name="T107" fmla="*/ 1100 h 1150"/>
                <a:gd name="T108" fmla="*/ 896 w 1008"/>
                <a:gd name="T109" fmla="*/ 1060 h 1150"/>
                <a:gd name="T110" fmla="*/ 966 w 1008"/>
                <a:gd name="T111" fmla="*/ 1008 h 1150"/>
                <a:gd name="T112" fmla="*/ 1008 w 1008"/>
                <a:gd name="T113" fmla="*/ 574 h 1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8" h="1150">
                  <a:moveTo>
                    <a:pt x="584" y="574"/>
                  </a:moveTo>
                  <a:lnTo>
                    <a:pt x="584" y="754"/>
                  </a:lnTo>
                  <a:lnTo>
                    <a:pt x="584" y="754"/>
                  </a:lnTo>
                  <a:lnTo>
                    <a:pt x="584" y="754"/>
                  </a:lnTo>
                  <a:lnTo>
                    <a:pt x="596" y="742"/>
                  </a:lnTo>
                  <a:lnTo>
                    <a:pt x="610" y="734"/>
                  </a:lnTo>
                  <a:lnTo>
                    <a:pt x="624" y="726"/>
                  </a:lnTo>
                  <a:lnTo>
                    <a:pt x="638" y="718"/>
                  </a:lnTo>
                  <a:lnTo>
                    <a:pt x="654" y="714"/>
                  </a:lnTo>
                  <a:lnTo>
                    <a:pt x="668" y="710"/>
                  </a:lnTo>
                  <a:lnTo>
                    <a:pt x="684" y="708"/>
                  </a:lnTo>
                  <a:lnTo>
                    <a:pt x="700" y="706"/>
                  </a:lnTo>
                  <a:lnTo>
                    <a:pt x="716" y="708"/>
                  </a:lnTo>
                  <a:lnTo>
                    <a:pt x="732" y="710"/>
                  </a:lnTo>
                  <a:lnTo>
                    <a:pt x="746" y="714"/>
                  </a:lnTo>
                  <a:lnTo>
                    <a:pt x="762" y="718"/>
                  </a:lnTo>
                  <a:lnTo>
                    <a:pt x="776" y="726"/>
                  </a:lnTo>
                  <a:lnTo>
                    <a:pt x="790" y="734"/>
                  </a:lnTo>
                  <a:lnTo>
                    <a:pt x="804" y="742"/>
                  </a:lnTo>
                  <a:lnTo>
                    <a:pt x="816" y="754"/>
                  </a:lnTo>
                  <a:lnTo>
                    <a:pt x="816" y="754"/>
                  </a:lnTo>
                  <a:lnTo>
                    <a:pt x="826" y="766"/>
                  </a:lnTo>
                  <a:lnTo>
                    <a:pt x="836" y="780"/>
                  </a:lnTo>
                  <a:lnTo>
                    <a:pt x="844" y="792"/>
                  </a:lnTo>
                  <a:lnTo>
                    <a:pt x="852" y="808"/>
                  </a:lnTo>
                  <a:lnTo>
                    <a:pt x="856" y="822"/>
                  </a:lnTo>
                  <a:lnTo>
                    <a:pt x="860" y="838"/>
                  </a:lnTo>
                  <a:lnTo>
                    <a:pt x="862" y="852"/>
                  </a:lnTo>
                  <a:lnTo>
                    <a:pt x="864" y="868"/>
                  </a:lnTo>
                  <a:lnTo>
                    <a:pt x="862" y="884"/>
                  </a:lnTo>
                  <a:lnTo>
                    <a:pt x="860" y="898"/>
                  </a:lnTo>
                  <a:lnTo>
                    <a:pt x="856" y="914"/>
                  </a:lnTo>
                  <a:lnTo>
                    <a:pt x="852" y="928"/>
                  </a:lnTo>
                  <a:lnTo>
                    <a:pt x="844" y="944"/>
                  </a:lnTo>
                  <a:lnTo>
                    <a:pt x="836" y="956"/>
                  </a:lnTo>
                  <a:lnTo>
                    <a:pt x="826" y="970"/>
                  </a:lnTo>
                  <a:lnTo>
                    <a:pt x="816" y="982"/>
                  </a:lnTo>
                  <a:lnTo>
                    <a:pt x="814" y="982"/>
                  </a:lnTo>
                  <a:lnTo>
                    <a:pt x="814" y="984"/>
                  </a:lnTo>
                  <a:lnTo>
                    <a:pt x="814" y="984"/>
                  </a:lnTo>
                  <a:lnTo>
                    <a:pt x="790" y="1006"/>
                  </a:lnTo>
                  <a:lnTo>
                    <a:pt x="762" y="1024"/>
                  </a:lnTo>
                  <a:lnTo>
                    <a:pt x="734" y="1040"/>
                  </a:lnTo>
                  <a:lnTo>
                    <a:pt x="706" y="1054"/>
                  </a:lnTo>
                  <a:lnTo>
                    <a:pt x="676" y="1064"/>
                  </a:lnTo>
                  <a:lnTo>
                    <a:pt x="646" y="1072"/>
                  </a:lnTo>
                  <a:lnTo>
                    <a:pt x="614" y="1076"/>
                  </a:lnTo>
                  <a:lnTo>
                    <a:pt x="584" y="1078"/>
                  </a:lnTo>
                  <a:lnTo>
                    <a:pt x="584" y="1078"/>
                  </a:lnTo>
                  <a:lnTo>
                    <a:pt x="552" y="1076"/>
                  </a:lnTo>
                  <a:lnTo>
                    <a:pt x="520" y="1072"/>
                  </a:lnTo>
                  <a:lnTo>
                    <a:pt x="490" y="1064"/>
                  </a:lnTo>
                  <a:lnTo>
                    <a:pt x="460" y="1054"/>
                  </a:lnTo>
                  <a:lnTo>
                    <a:pt x="432" y="1040"/>
                  </a:lnTo>
                  <a:lnTo>
                    <a:pt x="404" y="1024"/>
                  </a:lnTo>
                  <a:lnTo>
                    <a:pt x="376" y="1006"/>
                  </a:lnTo>
                  <a:lnTo>
                    <a:pt x="352" y="984"/>
                  </a:lnTo>
                  <a:lnTo>
                    <a:pt x="352" y="984"/>
                  </a:lnTo>
                  <a:lnTo>
                    <a:pt x="332" y="962"/>
                  </a:lnTo>
                  <a:lnTo>
                    <a:pt x="314" y="940"/>
                  </a:lnTo>
                  <a:lnTo>
                    <a:pt x="298" y="916"/>
                  </a:lnTo>
                  <a:lnTo>
                    <a:pt x="286" y="890"/>
                  </a:lnTo>
                  <a:lnTo>
                    <a:pt x="276" y="864"/>
                  </a:lnTo>
                  <a:lnTo>
                    <a:pt x="266" y="838"/>
                  </a:lnTo>
                  <a:lnTo>
                    <a:pt x="260" y="812"/>
                  </a:lnTo>
                  <a:lnTo>
                    <a:pt x="258" y="784"/>
                  </a:lnTo>
                  <a:lnTo>
                    <a:pt x="256" y="758"/>
                  </a:lnTo>
                  <a:lnTo>
                    <a:pt x="256" y="730"/>
                  </a:lnTo>
                  <a:lnTo>
                    <a:pt x="260" y="702"/>
                  </a:lnTo>
                  <a:lnTo>
                    <a:pt x="266" y="676"/>
                  </a:lnTo>
                  <a:lnTo>
                    <a:pt x="274" y="650"/>
                  </a:lnTo>
                  <a:lnTo>
                    <a:pt x="284" y="624"/>
                  </a:lnTo>
                  <a:lnTo>
                    <a:pt x="296" y="600"/>
                  </a:lnTo>
                  <a:lnTo>
                    <a:pt x="312" y="576"/>
                  </a:lnTo>
                  <a:lnTo>
                    <a:pt x="312" y="576"/>
                  </a:lnTo>
                  <a:lnTo>
                    <a:pt x="330" y="550"/>
                  </a:lnTo>
                  <a:lnTo>
                    <a:pt x="352" y="528"/>
                  </a:lnTo>
                  <a:lnTo>
                    <a:pt x="352" y="528"/>
                  </a:lnTo>
                  <a:lnTo>
                    <a:pt x="376" y="506"/>
                  </a:lnTo>
                  <a:lnTo>
                    <a:pt x="404" y="486"/>
                  </a:lnTo>
                  <a:lnTo>
                    <a:pt x="432" y="470"/>
                  </a:lnTo>
                  <a:lnTo>
                    <a:pt x="460" y="456"/>
                  </a:lnTo>
                  <a:lnTo>
                    <a:pt x="490" y="446"/>
                  </a:lnTo>
                  <a:lnTo>
                    <a:pt x="520" y="438"/>
                  </a:lnTo>
                  <a:lnTo>
                    <a:pt x="552" y="434"/>
                  </a:lnTo>
                  <a:lnTo>
                    <a:pt x="584" y="432"/>
                  </a:lnTo>
                  <a:lnTo>
                    <a:pt x="584" y="0"/>
                  </a:lnTo>
                  <a:lnTo>
                    <a:pt x="584" y="0"/>
                  </a:lnTo>
                  <a:lnTo>
                    <a:pt x="554" y="2"/>
                  </a:lnTo>
                  <a:lnTo>
                    <a:pt x="524" y="4"/>
                  </a:lnTo>
                  <a:lnTo>
                    <a:pt x="494" y="8"/>
                  </a:lnTo>
                  <a:lnTo>
                    <a:pt x="466" y="12"/>
                  </a:lnTo>
                  <a:lnTo>
                    <a:pt x="438" y="20"/>
                  </a:lnTo>
                  <a:lnTo>
                    <a:pt x="410" y="26"/>
                  </a:lnTo>
                  <a:lnTo>
                    <a:pt x="382" y="36"/>
                  </a:lnTo>
                  <a:lnTo>
                    <a:pt x="356" y="46"/>
                  </a:lnTo>
                  <a:lnTo>
                    <a:pt x="330" y="58"/>
                  </a:lnTo>
                  <a:lnTo>
                    <a:pt x="306" y="70"/>
                  </a:lnTo>
                  <a:lnTo>
                    <a:pt x="282" y="84"/>
                  </a:lnTo>
                  <a:lnTo>
                    <a:pt x="258" y="100"/>
                  </a:lnTo>
                  <a:lnTo>
                    <a:pt x="234" y="116"/>
                  </a:lnTo>
                  <a:lnTo>
                    <a:pt x="212" y="132"/>
                  </a:lnTo>
                  <a:lnTo>
                    <a:pt x="192" y="150"/>
                  </a:lnTo>
                  <a:lnTo>
                    <a:pt x="172" y="170"/>
                  </a:lnTo>
                  <a:lnTo>
                    <a:pt x="152" y="190"/>
                  </a:lnTo>
                  <a:lnTo>
                    <a:pt x="134" y="210"/>
                  </a:lnTo>
                  <a:lnTo>
                    <a:pt x="116" y="232"/>
                  </a:lnTo>
                  <a:lnTo>
                    <a:pt x="100" y="254"/>
                  </a:lnTo>
                  <a:lnTo>
                    <a:pt x="84" y="278"/>
                  </a:lnTo>
                  <a:lnTo>
                    <a:pt x="70" y="302"/>
                  </a:lnTo>
                  <a:lnTo>
                    <a:pt x="58" y="326"/>
                  </a:lnTo>
                  <a:lnTo>
                    <a:pt x="46" y="352"/>
                  </a:lnTo>
                  <a:lnTo>
                    <a:pt x="36" y="378"/>
                  </a:lnTo>
                  <a:lnTo>
                    <a:pt x="26" y="404"/>
                  </a:lnTo>
                  <a:lnTo>
                    <a:pt x="18" y="432"/>
                  </a:lnTo>
                  <a:lnTo>
                    <a:pt x="12" y="460"/>
                  </a:lnTo>
                  <a:lnTo>
                    <a:pt x="6" y="488"/>
                  </a:lnTo>
                  <a:lnTo>
                    <a:pt x="4" y="516"/>
                  </a:lnTo>
                  <a:lnTo>
                    <a:pt x="2" y="546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2" y="604"/>
                  </a:lnTo>
                  <a:lnTo>
                    <a:pt x="4" y="634"/>
                  </a:lnTo>
                  <a:lnTo>
                    <a:pt x="6" y="662"/>
                  </a:lnTo>
                  <a:lnTo>
                    <a:pt x="12" y="690"/>
                  </a:lnTo>
                  <a:lnTo>
                    <a:pt x="18" y="718"/>
                  </a:lnTo>
                  <a:lnTo>
                    <a:pt x="26" y="746"/>
                  </a:lnTo>
                  <a:lnTo>
                    <a:pt x="36" y="772"/>
                  </a:lnTo>
                  <a:lnTo>
                    <a:pt x="46" y="798"/>
                  </a:lnTo>
                  <a:lnTo>
                    <a:pt x="58" y="824"/>
                  </a:lnTo>
                  <a:lnTo>
                    <a:pt x="70" y="848"/>
                  </a:lnTo>
                  <a:lnTo>
                    <a:pt x="84" y="872"/>
                  </a:lnTo>
                  <a:lnTo>
                    <a:pt x="100" y="896"/>
                  </a:lnTo>
                  <a:lnTo>
                    <a:pt x="116" y="918"/>
                  </a:lnTo>
                  <a:lnTo>
                    <a:pt x="134" y="940"/>
                  </a:lnTo>
                  <a:lnTo>
                    <a:pt x="152" y="962"/>
                  </a:lnTo>
                  <a:lnTo>
                    <a:pt x="172" y="982"/>
                  </a:lnTo>
                  <a:lnTo>
                    <a:pt x="192" y="1000"/>
                  </a:lnTo>
                  <a:lnTo>
                    <a:pt x="212" y="1018"/>
                  </a:lnTo>
                  <a:lnTo>
                    <a:pt x="234" y="1036"/>
                  </a:lnTo>
                  <a:lnTo>
                    <a:pt x="258" y="1052"/>
                  </a:lnTo>
                  <a:lnTo>
                    <a:pt x="282" y="1066"/>
                  </a:lnTo>
                  <a:lnTo>
                    <a:pt x="306" y="1080"/>
                  </a:lnTo>
                  <a:lnTo>
                    <a:pt x="330" y="1092"/>
                  </a:lnTo>
                  <a:lnTo>
                    <a:pt x="356" y="1104"/>
                  </a:lnTo>
                  <a:lnTo>
                    <a:pt x="382" y="1114"/>
                  </a:lnTo>
                  <a:lnTo>
                    <a:pt x="410" y="1124"/>
                  </a:lnTo>
                  <a:lnTo>
                    <a:pt x="438" y="1132"/>
                  </a:lnTo>
                  <a:lnTo>
                    <a:pt x="466" y="1138"/>
                  </a:lnTo>
                  <a:lnTo>
                    <a:pt x="494" y="1142"/>
                  </a:lnTo>
                  <a:lnTo>
                    <a:pt x="524" y="1146"/>
                  </a:lnTo>
                  <a:lnTo>
                    <a:pt x="554" y="1148"/>
                  </a:lnTo>
                  <a:lnTo>
                    <a:pt x="584" y="1150"/>
                  </a:lnTo>
                  <a:lnTo>
                    <a:pt x="584" y="1150"/>
                  </a:lnTo>
                  <a:lnTo>
                    <a:pt x="614" y="1148"/>
                  </a:lnTo>
                  <a:lnTo>
                    <a:pt x="646" y="1146"/>
                  </a:lnTo>
                  <a:lnTo>
                    <a:pt x="676" y="1142"/>
                  </a:lnTo>
                  <a:lnTo>
                    <a:pt x="706" y="1136"/>
                  </a:lnTo>
                  <a:lnTo>
                    <a:pt x="734" y="1130"/>
                  </a:lnTo>
                  <a:lnTo>
                    <a:pt x="764" y="1122"/>
                  </a:lnTo>
                  <a:lnTo>
                    <a:pt x="792" y="1112"/>
                  </a:lnTo>
                  <a:lnTo>
                    <a:pt x="818" y="1100"/>
                  </a:lnTo>
                  <a:lnTo>
                    <a:pt x="846" y="1088"/>
                  </a:lnTo>
                  <a:lnTo>
                    <a:pt x="872" y="1074"/>
                  </a:lnTo>
                  <a:lnTo>
                    <a:pt x="896" y="1060"/>
                  </a:lnTo>
                  <a:lnTo>
                    <a:pt x="920" y="1044"/>
                  </a:lnTo>
                  <a:lnTo>
                    <a:pt x="944" y="1026"/>
                  </a:lnTo>
                  <a:lnTo>
                    <a:pt x="966" y="1008"/>
                  </a:lnTo>
                  <a:lnTo>
                    <a:pt x="988" y="988"/>
                  </a:lnTo>
                  <a:lnTo>
                    <a:pt x="1008" y="968"/>
                  </a:lnTo>
                  <a:lnTo>
                    <a:pt x="1008" y="574"/>
                  </a:lnTo>
                  <a:lnTo>
                    <a:pt x="584" y="5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42" name="Freeform 20"/>
            <p:cNvSpPr>
              <a:spLocks noEditPoints="1"/>
            </p:cNvSpPr>
            <p:nvPr/>
          </p:nvSpPr>
          <p:spPr bwMode="ltGray">
            <a:xfrm>
              <a:off x="1428" y="2425"/>
              <a:ext cx="2328" cy="384"/>
            </a:xfrm>
            <a:custGeom>
              <a:avLst/>
              <a:gdLst>
                <a:gd name="T0" fmla="*/ 2222 w 2328"/>
                <a:gd name="T1" fmla="*/ 266 h 384"/>
                <a:gd name="T2" fmla="*/ 2204 w 2328"/>
                <a:gd name="T3" fmla="*/ 300 h 384"/>
                <a:gd name="T4" fmla="*/ 2156 w 2328"/>
                <a:gd name="T5" fmla="*/ 312 h 384"/>
                <a:gd name="T6" fmla="*/ 2076 w 2328"/>
                <a:gd name="T7" fmla="*/ 62 h 384"/>
                <a:gd name="T8" fmla="*/ 2144 w 2328"/>
                <a:gd name="T9" fmla="*/ 158 h 384"/>
                <a:gd name="T10" fmla="*/ 2182 w 2328"/>
                <a:gd name="T11" fmla="*/ 162 h 384"/>
                <a:gd name="T12" fmla="*/ 2214 w 2328"/>
                <a:gd name="T13" fmla="*/ 180 h 384"/>
                <a:gd name="T14" fmla="*/ 2224 w 2328"/>
                <a:gd name="T15" fmla="*/ 222 h 384"/>
                <a:gd name="T16" fmla="*/ 1686 w 2328"/>
                <a:gd name="T17" fmla="*/ 108 h 384"/>
                <a:gd name="T18" fmla="*/ 1630 w 2328"/>
                <a:gd name="T19" fmla="*/ 108 h 384"/>
                <a:gd name="T20" fmla="*/ 1732 w 2328"/>
                <a:gd name="T21" fmla="*/ 62 h 384"/>
                <a:gd name="T22" fmla="*/ 1278 w 2328"/>
                <a:gd name="T23" fmla="*/ 222 h 384"/>
                <a:gd name="T24" fmla="*/ 1266 w 2328"/>
                <a:gd name="T25" fmla="*/ 266 h 384"/>
                <a:gd name="T26" fmla="*/ 1230 w 2328"/>
                <a:gd name="T27" fmla="*/ 284 h 384"/>
                <a:gd name="T28" fmla="*/ 1194 w 2328"/>
                <a:gd name="T29" fmla="*/ 312 h 384"/>
                <a:gd name="T30" fmla="*/ 1136 w 2328"/>
                <a:gd name="T31" fmla="*/ 286 h 384"/>
                <a:gd name="T32" fmla="*/ 1084 w 2328"/>
                <a:gd name="T33" fmla="*/ 280 h 384"/>
                <a:gd name="T34" fmla="*/ 1056 w 2328"/>
                <a:gd name="T35" fmla="*/ 254 h 384"/>
                <a:gd name="T36" fmla="*/ 1052 w 2328"/>
                <a:gd name="T37" fmla="*/ 144 h 384"/>
                <a:gd name="T38" fmla="*/ 1056 w 2328"/>
                <a:gd name="T39" fmla="*/ 112 h 384"/>
                <a:gd name="T40" fmla="*/ 1082 w 2328"/>
                <a:gd name="T41" fmla="*/ 88 h 384"/>
                <a:gd name="T42" fmla="*/ 1136 w 2328"/>
                <a:gd name="T43" fmla="*/ 80 h 384"/>
                <a:gd name="T44" fmla="*/ 1194 w 2328"/>
                <a:gd name="T45" fmla="*/ 80 h 384"/>
                <a:gd name="T46" fmla="*/ 1232 w 2328"/>
                <a:gd name="T47" fmla="*/ 84 h 384"/>
                <a:gd name="T48" fmla="*/ 1266 w 2328"/>
                <a:gd name="T49" fmla="*/ 102 h 384"/>
                <a:gd name="T50" fmla="*/ 1278 w 2328"/>
                <a:gd name="T51" fmla="*/ 144 h 384"/>
                <a:gd name="T52" fmla="*/ 662 w 2328"/>
                <a:gd name="T53" fmla="*/ 108 h 384"/>
                <a:gd name="T54" fmla="*/ 734 w 2328"/>
                <a:gd name="T55" fmla="*/ 206 h 384"/>
                <a:gd name="T56" fmla="*/ 742 w 2328"/>
                <a:gd name="T57" fmla="*/ 264 h 384"/>
                <a:gd name="T58" fmla="*/ 600 w 2328"/>
                <a:gd name="T59" fmla="*/ 62 h 384"/>
                <a:gd name="T60" fmla="*/ 252 w 2328"/>
                <a:gd name="T61" fmla="*/ 312 h 384"/>
                <a:gd name="T62" fmla="*/ 164 w 2328"/>
                <a:gd name="T63" fmla="*/ 202 h 384"/>
                <a:gd name="T64" fmla="*/ 104 w 2328"/>
                <a:gd name="T65" fmla="*/ 62 h 384"/>
                <a:gd name="T66" fmla="*/ 194 w 2328"/>
                <a:gd name="T67" fmla="*/ 158 h 384"/>
                <a:gd name="T68" fmla="*/ 252 w 2328"/>
                <a:gd name="T69" fmla="*/ 312 h 384"/>
                <a:gd name="T70" fmla="*/ 0 w 2328"/>
                <a:gd name="T71" fmla="*/ 384 h 384"/>
                <a:gd name="T72" fmla="*/ 1108 w 2328"/>
                <a:gd name="T73" fmla="*/ 142 h 384"/>
                <a:gd name="T74" fmla="*/ 1110 w 2328"/>
                <a:gd name="T75" fmla="*/ 232 h 384"/>
                <a:gd name="T76" fmla="*/ 1126 w 2328"/>
                <a:gd name="T77" fmla="*/ 240 h 384"/>
                <a:gd name="T78" fmla="*/ 1126 w 2328"/>
                <a:gd name="T79" fmla="*/ 124 h 384"/>
                <a:gd name="T80" fmla="*/ 1112 w 2328"/>
                <a:gd name="T81" fmla="*/ 128 h 384"/>
                <a:gd name="T82" fmla="*/ 1202 w 2328"/>
                <a:gd name="T83" fmla="*/ 124 h 384"/>
                <a:gd name="T84" fmla="*/ 1202 w 2328"/>
                <a:gd name="T85" fmla="*/ 240 h 384"/>
                <a:gd name="T86" fmla="*/ 1216 w 2328"/>
                <a:gd name="T87" fmla="*/ 238 h 384"/>
                <a:gd name="T88" fmla="*/ 1220 w 2328"/>
                <a:gd name="T89" fmla="*/ 142 h 384"/>
                <a:gd name="T90" fmla="*/ 1216 w 2328"/>
                <a:gd name="T91" fmla="*/ 128 h 384"/>
                <a:gd name="T92" fmla="*/ 2148 w 2328"/>
                <a:gd name="T93" fmla="*/ 202 h 384"/>
                <a:gd name="T94" fmla="*/ 2148 w 2328"/>
                <a:gd name="T95" fmla="*/ 268 h 384"/>
                <a:gd name="T96" fmla="*/ 2162 w 2328"/>
                <a:gd name="T97" fmla="*/ 264 h 384"/>
                <a:gd name="T98" fmla="*/ 2166 w 2328"/>
                <a:gd name="T99" fmla="*/ 220 h 384"/>
                <a:gd name="T100" fmla="*/ 2162 w 2328"/>
                <a:gd name="T101" fmla="*/ 206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328" h="384">
                  <a:moveTo>
                    <a:pt x="2224" y="248"/>
                  </a:moveTo>
                  <a:lnTo>
                    <a:pt x="2224" y="248"/>
                  </a:lnTo>
                  <a:lnTo>
                    <a:pt x="2222" y="266"/>
                  </a:lnTo>
                  <a:lnTo>
                    <a:pt x="2220" y="280"/>
                  </a:lnTo>
                  <a:lnTo>
                    <a:pt x="2212" y="292"/>
                  </a:lnTo>
                  <a:lnTo>
                    <a:pt x="2204" y="300"/>
                  </a:lnTo>
                  <a:lnTo>
                    <a:pt x="2192" y="306"/>
                  </a:lnTo>
                  <a:lnTo>
                    <a:pt x="2176" y="310"/>
                  </a:lnTo>
                  <a:lnTo>
                    <a:pt x="2156" y="312"/>
                  </a:lnTo>
                  <a:lnTo>
                    <a:pt x="2134" y="312"/>
                  </a:lnTo>
                  <a:lnTo>
                    <a:pt x="2076" y="312"/>
                  </a:lnTo>
                  <a:lnTo>
                    <a:pt x="2076" y="62"/>
                  </a:lnTo>
                  <a:lnTo>
                    <a:pt x="2134" y="62"/>
                  </a:lnTo>
                  <a:lnTo>
                    <a:pt x="2134" y="158"/>
                  </a:lnTo>
                  <a:lnTo>
                    <a:pt x="2144" y="158"/>
                  </a:lnTo>
                  <a:lnTo>
                    <a:pt x="2144" y="158"/>
                  </a:lnTo>
                  <a:lnTo>
                    <a:pt x="2164" y="158"/>
                  </a:lnTo>
                  <a:lnTo>
                    <a:pt x="2182" y="162"/>
                  </a:lnTo>
                  <a:lnTo>
                    <a:pt x="2196" y="166"/>
                  </a:lnTo>
                  <a:lnTo>
                    <a:pt x="2206" y="172"/>
                  </a:lnTo>
                  <a:lnTo>
                    <a:pt x="2214" y="180"/>
                  </a:lnTo>
                  <a:lnTo>
                    <a:pt x="2220" y="190"/>
                  </a:lnTo>
                  <a:lnTo>
                    <a:pt x="2224" y="204"/>
                  </a:lnTo>
                  <a:lnTo>
                    <a:pt x="2224" y="222"/>
                  </a:lnTo>
                  <a:lnTo>
                    <a:pt x="2224" y="248"/>
                  </a:lnTo>
                  <a:close/>
                  <a:moveTo>
                    <a:pt x="1732" y="108"/>
                  </a:moveTo>
                  <a:lnTo>
                    <a:pt x="1686" y="108"/>
                  </a:lnTo>
                  <a:lnTo>
                    <a:pt x="1686" y="312"/>
                  </a:lnTo>
                  <a:lnTo>
                    <a:pt x="1630" y="312"/>
                  </a:lnTo>
                  <a:lnTo>
                    <a:pt x="1630" y="108"/>
                  </a:lnTo>
                  <a:lnTo>
                    <a:pt x="1582" y="108"/>
                  </a:lnTo>
                  <a:lnTo>
                    <a:pt x="1582" y="62"/>
                  </a:lnTo>
                  <a:lnTo>
                    <a:pt x="1732" y="62"/>
                  </a:lnTo>
                  <a:lnTo>
                    <a:pt x="1732" y="108"/>
                  </a:lnTo>
                  <a:close/>
                  <a:moveTo>
                    <a:pt x="1278" y="222"/>
                  </a:moveTo>
                  <a:lnTo>
                    <a:pt x="1278" y="222"/>
                  </a:lnTo>
                  <a:lnTo>
                    <a:pt x="1276" y="240"/>
                  </a:lnTo>
                  <a:lnTo>
                    <a:pt x="1272" y="254"/>
                  </a:lnTo>
                  <a:lnTo>
                    <a:pt x="1266" y="266"/>
                  </a:lnTo>
                  <a:lnTo>
                    <a:pt x="1258" y="274"/>
                  </a:lnTo>
                  <a:lnTo>
                    <a:pt x="1246" y="280"/>
                  </a:lnTo>
                  <a:lnTo>
                    <a:pt x="1230" y="284"/>
                  </a:lnTo>
                  <a:lnTo>
                    <a:pt x="1214" y="286"/>
                  </a:lnTo>
                  <a:lnTo>
                    <a:pt x="1194" y="286"/>
                  </a:lnTo>
                  <a:lnTo>
                    <a:pt x="1194" y="312"/>
                  </a:lnTo>
                  <a:lnTo>
                    <a:pt x="1136" y="312"/>
                  </a:lnTo>
                  <a:lnTo>
                    <a:pt x="1136" y="286"/>
                  </a:lnTo>
                  <a:lnTo>
                    <a:pt x="1136" y="286"/>
                  </a:lnTo>
                  <a:lnTo>
                    <a:pt x="1116" y="286"/>
                  </a:lnTo>
                  <a:lnTo>
                    <a:pt x="1098" y="284"/>
                  </a:lnTo>
                  <a:lnTo>
                    <a:pt x="1084" y="280"/>
                  </a:lnTo>
                  <a:lnTo>
                    <a:pt x="1072" y="274"/>
                  </a:lnTo>
                  <a:lnTo>
                    <a:pt x="1062" y="266"/>
                  </a:lnTo>
                  <a:lnTo>
                    <a:pt x="1056" y="254"/>
                  </a:lnTo>
                  <a:lnTo>
                    <a:pt x="1052" y="240"/>
                  </a:lnTo>
                  <a:lnTo>
                    <a:pt x="1052" y="222"/>
                  </a:lnTo>
                  <a:lnTo>
                    <a:pt x="1052" y="144"/>
                  </a:lnTo>
                  <a:lnTo>
                    <a:pt x="1052" y="144"/>
                  </a:lnTo>
                  <a:lnTo>
                    <a:pt x="1052" y="128"/>
                  </a:lnTo>
                  <a:lnTo>
                    <a:pt x="1056" y="112"/>
                  </a:lnTo>
                  <a:lnTo>
                    <a:pt x="1062" y="102"/>
                  </a:lnTo>
                  <a:lnTo>
                    <a:pt x="1072" y="94"/>
                  </a:lnTo>
                  <a:lnTo>
                    <a:pt x="1082" y="88"/>
                  </a:lnTo>
                  <a:lnTo>
                    <a:pt x="1098" y="84"/>
                  </a:lnTo>
                  <a:lnTo>
                    <a:pt x="1116" y="82"/>
                  </a:lnTo>
                  <a:lnTo>
                    <a:pt x="1136" y="80"/>
                  </a:lnTo>
                  <a:lnTo>
                    <a:pt x="1136" y="62"/>
                  </a:lnTo>
                  <a:lnTo>
                    <a:pt x="1194" y="62"/>
                  </a:lnTo>
                  <a:lnTo>
                    <a:pt x="1194" y="80"/>
                  </a:lnTo>
                  <a:lnTo>
                    <a:pt x="1194" y="80"/>
                  </a:lnTo>
                  <a:lnTo>
                    <a:pt x="1214" y="82"/>
                  </a:lnTo>
                  <a:lnTo>
                    <a:pt x="1232" y="84"/>
                  </a:lnTo>
                  <a:lnTo>
                    <a:pt x="1246" y="88"/>
                  </a:lnTo>
                  <a:lnTo>
                    <a:pt x="1258" y="94"/>
                  </a:lnTo>
                  <a:lnTo>
                    <a:pt x="1266" y="102"/>
                  </a:lnTo>
                  <a:lnTo>
                    <a:pt x="1272" y="112"/>
                  </a:lnTo>
                  <a:lnTo>
                    <a:pt x="1276" y="128"/>
                  </a:lnTo>
                  <a:lnTo>
                    <a:pt x="1278" y="144"/>
                  </a:lnTo>
                  <a:lnTo>
                    <a:pt x="1278" y="222"/>
                  </a:lnTo>
                  <a:close/>
                  <a:moveTo>
                    <a:pt x="742" y="108"/>
                  </a:moveTo>
                  <a:lnTo>
                    <a:pt x="662" y="108"/>
                  </a:lnTo>
                  <a:lnTo>
                    <a:pt x="662" y="158"/>
                  </a:lnTo>
                  <a:lnTo>
                    <a:pt x="734" y="158"/>
                  </a:lnTo>
                  <a:lnTo>
                    <a:pt x="734" y="206"/>
                  </a:lnTo>
                  <a:lnTo>
                    <a:pt x="662" y="206"/>
                  </a:lnTo>
                  <a:lnTo>
                    <a:pt x="662" y="264"/>
                  </a:lnTo>
                  <a:lnTo>
                    <a:pt x="742" y="264"/>
                  </a:lnTo>
                  <a:lnTo>
                    <a:pt x="742" y="312"/>
                  </a:lnTo>
                  <a:lnTo>
                    <a:pt x="600" y="312"/>
                  </a:lnTo>
                  <a:lnTo>
                    <a:pt x="600" y="62"/>
                  </a:lnTo>
                  <a:lnTo>
                    <a:pt x="742" y="62"/>
                  </a:lnTo>
                  <a:lnTo>
                    <a:pt x="742" y="108"/>
                  </a:lnTo>
                  <a:close/>
                  <a:moveTo>
                    <a:pt x="252" y="312"/>
                  </a:moveTo>
                  <a:lnTo>
                    <a:pt x="194" y="312"/>
                  </a:lnTo>
                  <a:lnTo>
                    <a:pt x="194" y="202"/>
                  </a:lnTo>
                  <a:lnTo>
                    <a:pt x="164" y="202"/>
                  </a:lnTo>
                  <a:lnTo>
                    <a:pt x="164" y="312"/>
                  </a:lnTo>
                  <a:lnTo>
                    <a:pt x="104" y="312"/>
                  </a:lnTo>
                  <a:lnTo>
                    <a:pt x="104" y="62"/>
                  </a:lnTo>
                  <a:lnTo>
                    <a:pt x="164" y="62"/>
                  </a:lnTo>
                  <a:lnTo>
                    <a:pt x="164" y="158"/>
                  </a:lnTo>
                  <a:lnTo>
                    <a:pt x="194" y="158"/>
                  </a:lnTo>
                  <a:lnTo>
                    <a:pt x="194" y="62"/>
                  </a:lnTo>
                  <a:lnTo>
                    <a:pt x="252" y="62"/>
                  </a:lnTo>
                  <a:lnTo>
                    <a:pt x="252" y="312"/>
                  </a:lnTo>
                  <a:close/>
                  <a:moveTo>
                    <a:pt x="2328" y="0"/>
                  </a:moveTo>
                  <a:lnTo>
                    <a:pt x="0" y="0"/>
                  </a:lnTo>
                  <a:lnTo>
                    <a:pt x="0" y="384"/>
                  </a:lnTo>
                  <a:lnTo>
                    <a:pt x="2328" y="384"/>
                  </a:lnTo>
                  <a:lnTo>
                    <a:pt x="2328" y="0"/>
                  </a:lnTo>
                  <a:close/>
                  <a:moveTo>
                    <a:pt x="1108" y="142"/>
                  </a:moveTo>
                  <a:lnTo>
                    <a:pt x="1108" y="224"/>
                  </a:lnTo>
                  <a:lnTo>
                    <a:pt x="1108" y="224"/>
                  </a:lnTo>
                  <a:lnTo>
                    <a:pt x="1110" y="232"/>
                  </a:lnTo>
                  <a:lnTo>
                    <a:pt x="1112" y="238"/>
                  </a:lnTo>
                  <a:lnTo>
                    <a:pt x="1118" y="240"/>
                  </a:lnTo>
                  <a:lnTo>
                    <a:pt x="1126" y="240"/>
                  </a:lnTo>
                  <a:lnTo>
                    <a:pt x="1136" y="240"/>
                  </a:lnTo>
                  <a:lnTo>
                    <a:pt x="1136" y="124"/>
                  </a:lnTo>
                  <a:lnTo>
                    <a:pt x="1126" y="124"/>
                  </a:lnTo>
                  <a:lnTo>
                    <a:pt x="1126" y="124"/>
                  </a:lnTo>
                  <a:lnTo>
                    <a:pt x="1118" y="126"/>
                  </a:lnTo>
                  <a:lnTo>
                    <a:pt x="1112" y="128"/>
                  </a:lnTo>
                  <a:lnTo>
                    <a:pt x="1110" y="134"/>
                  </a:lnTo>
                  <a:lnTo>
                    <a:pt x="1108" y="142"/>
                  </a:lnTo>
                  <a:close/>
                  <a:moveTo>
                    <a:pt x="1202" y="124"/>
                  </a:moveTo>
                  <a:lnTo>
                    <a:pt x="1194" y="124"/>
                  </a:lnTo>
                  <a:lnTo>
                    <a:pt x="1194" y="240"/>
                  </a:lnTo>
                  <a:lnTo>
                    <a:pt x="1202" y="240"/>
                  </a:lnTo>
                  <a:lnTo>
                    <a:pt x="1202" y="240"/>
                  </a:lnTo>
                  <a:lnTo>
                    <a:pt x="1210" y="240"/>
                  </a:lnTo>
                  <a:lnTo>
                    <a:pt x="1216" y="238"/>
                  </a:lnTo>
                  <a:lnTo>
                    <a:pt x="1220" y="232"/>
                  </a:lnTo>
                  <a:lnTo>
                    <a:pt x="1220" y="222"/>
                  </a:lnTo>
                  <a:lnTo>
                    <a:pt x="1220" y="142"/>
                  </a:lnTo>
                  <a:lnTo>
                    <a:pt x="1220" y="142"/>
                  </a:lnTo>
                  <a:lnTo>
                    <a:pt x="1220" y="134"/>
                  </a:lnTo>
                  <a:lnTo>
                    <a:pt x="1216" y="128"/>
                  </a:lnTo>
                  <a:lnTo>
                    <a:pt x="1210" y="126"/>
                  </a:lnTo>
                  <a:lnTo>
                    <a:pt x="1202" y="124"/>
                  </a:lnTo>
                  <a:close/>
                  <a:moveTo>
                    <a:pt x="2148" y="202"/>
                  </a:moveTo>
                  <a:lnTo>
                    <a:pt x="2134" y="202"/>
                  </a:lnTo>
                  <a:lnTo>
                    <a:pt x="2134" y="268"/>
                  </a:lnTo>
                  <a:lnTo>
                    <a:pt x="2148" y="268"/>
                  </a:lnTo>
                  <a:lnTo>
                    <a:pt x="2148" y="268"/>
                  </a:lnTo>
                  <a:lnTo>
                    <a:pt x="2156" y="266"/>
                  </a:lnTo>
                  <a:lnTo>
                    <a:pt x="2162" y="264"/>
                  </a:lnTo>
                  <a:lnTo>
                    <a:pt x="2164" y="258"/>
                  </a:lnTo>
                  <a:lnTo>
                    <a:pt x="2166" y="250"/>
                  </a:lnTo>
                  <a:lnTo>
                    <a:pt x="2166" y="220"/>
                  </a:lnTo>
                  <a:lnTo>
                    <a:pt x="2166" y="220"/>
                  </a:lnTo>
                  <a:lnTo>
                    <a:pt x="2164" y="212"/>
                  </a:lnTo>
                  <a:lnTo>
                    <a:pt x="2162" y="206"/>
                  </a:lnTo>
                  <a:lnTo>
                    <a:pt x="2156" y="204"/>
                  </a:lnTo>
                  <a:lnTo>
                    <a:pt x="2148" y="2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43" name="Freeform 27"/>
            <p:cNvSpPr>
              <a:spLocks/>
            </p:cNvSpPr>
            <p:nvPr/>
          </p:nvSpPr>
          <p:spPr bwMode="ltGray">
            <a:xfrm>
              <a:off x="2536" y="2549"/>
              <a:ext cx="28" cy="116"/>
            </a:xfrm>
            <a:custGeom>
              <a:avLst/>
              <a:gdLst>
                <a:gd name="T0" fmla="*/ 0 w 28"/>
                <a:gd name="T1" fmla="*/ 18 h 116"/>
                <a:gd name="T2" fmla="*/ 0 w 28"/>
                <a:gd name="T3" fmla="*/ 100 h 116"/>
                <a:gd name="T4" fmla="*/ 0 w 28"/>
                <a:gd name="T5" fmla="*/ 100 h 116"/>
                <a:gd name="T6" fmla="*/ 2 w 28"/>
                <a:gd name="T7" fmla="*/ 108 h 116"/>
                <a:gd name="T8" fmla="*/ 4 w 28"/>
                <a:gd name="T9" fmla="*/ 114 h 116"/>
                <a:gd name="T10" fmla="*/ 10 w 28"/>
                <a:gd name="T11" fmla="*/ 116 h 116"/>
                <a:gd name="T12" fmla="*/ 18 w 28"/>
                <a:gd name="T13" fmla="*/ 116 h 116"/>
                <a:gd name="T14" fmla="*/ 28 w 28"/>
                <a:gd name="T15" fmla="*/ 116 h 116"/>
                <a:gd name="T16" fmla="*/ 28 w 28"/>
                <a:gd name="T17" fmla="*/ 0 h 116"/>
                <a:gd name="T18" fmla="*/ 18 w 28"/>
                <a:gd name="T19" fmla="*/ 0 h 116"/>
                <a:gd name="T20" fmla="*/ 18 w 28"/>
                <a:gd name="T21" fmla="*/ 0 h 116"/>
                <a:gd name="T22" fmla="*/ 10 w 28"/>
                <a:gd name="T23" fmla="*/ 2 h 116"/>
                <a:gd name="T24" fmla="*/ 4 w 28"/>
                <a:gd name="T25" fmla="*/ 4 h 116"/>
                <a:gd name="T26" fmla="*/ 2 w 28"/>
                <a:gd name="T27" fmla="*/ 10 h 116"/>
                <a:gd name="T28" fmla="*/ 0 w 28"/>
                <a:gd name="T29" fmla="*/ 1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116">
                  <a:moveTo>
                    <a:pt x="0" y="18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2" y="108"/>
                  </a:lnTo>
                  <a:lnTo>
                    <a:pt x="4" y="114"/>
                  </a:lnTo>
                  <a:lnTo>
                    <a:pt x="10" y="116"/>
                  </a:lnTo>
                  <a:lnTo>
                    <a:pt x="18" y="116"/>
                  </a:lnTo>
                  <a:lnTo>
                    <a:pt x="28" y="116"/>
                  </a:lnTo>
                  <a:lnTo>
                    <a:pt x="2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10"/>
                  </a:lnTo>
                  <a:lnTo>
                    <a:pt x="0" y="18"/>
                  </a:ln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44" name="Freeform 43"/>
            <p:cNvSpPr>
              <a:spLocks/>
            </p:cNvSpPr>
            <p:nvPr/>
          </p:nvSpPr>
          <p:spPr bwMode="ltGray">
            <a:xfrm>
              <a:off x="2622" y="2549"/>
              <a:ext cx="26" cy="116"/>
            </a:xfrm>
            <a:custGeom>
              <a:avLst/>
              <a:gdLst>
                <a:gd name="T0" fmla="*/ 8 w 26"/>
                <a:gd name="T1" fmla="*/ 0 h 116"/>
                <a:gd name="T2" fmla="*/ 0 w 26"/>
                <a:gd name="T3" fmla="*/ 0 h 116"/>
                <a:gd name="T4" fmla="*/ 0 w 26"/>
                <a:gd name="T5" fmla="*/ 116 h 116"/>
                <a:gd name="T6" fmla="*/ 8 w 26"/>
                <a:gd name="T7" fmla="*/ 116 h 116"/>
                <a:gd name="T8" fmla="*/ 8 w 26"/>
                <a:gd name="T9" fmla="*/ 116 h 116"/>
                <a:gd name="T10" fmla="*/ 16 w 26"/>
                <a:gd name="T11" fmla="*/ 116 h 116"/>
                <a:gd name="T12" fmla="*/ 22 w 26"/>
                <a:gd name="T13" fmla="*/ 114 h 116"/>
                <a:gd name="T14" fmla="*/ 26 w 26"/>
                <a:gd name="T15" fmla="*/ 108 h 116"/>
                <a:gd name="T16" fmla="*/ 26 w 26"/>
                <a:gd name="T17" fmla="*/ 98 h 116"/>
                <a:gd name="T18" fmla="*/ 26 w 26"/>
                <a:gd name="T19" fmla="*/ 18 h 116"/>
                <a:gd name="T20" fmla="*/ 26 w 26"/>
                <a:gd name="T21" fmla="*/ 18 h 116"/>
                <a:gd name="T22" fmla="*/ 26 w 26"/>
                <a:gd name="T23" fmla="*/ 10 h 116"/>
                <a:gd name="T24" fmla="*/ 22 w 26"/>
                <a:gd name="T25" fmla="*/ 4 h 116"/>
                <a:gd name="T26" fmla="*/ 16 w 26"/>
                <a:gd name="T27" fmla="*/ 2 h 116"/>
                <a:gd name="T28" fmla="*/ 8 w 26"/>
                <a:gd name="T2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" h="116">
                  <a:moveTo>
                    <a:pt x="8" y="0"/>
                  </a:moveTo>
                  <a:lnTo>
                    <a:pt x="0" y="0"/>
                  </a:lnTo>
                  <a:lnTo>
                    <a:pt x="0" y="116"/>
                  </a:lnTo>
                  <a:lnTo>
                    <a:pt x="8" y="116"/>
                  </a:lnTo>
                  <a:lnTo>
                    <a:pt x="8" y="116"/>
                  </a:lnTo>
                  <a:lnTo>
                    <a:pt x="16" y="116"/>
                  </a:lnTo>
                  <a:lnTo>
                    <a:pt x="22" y="114"/>
                  </a:lnTo>
                  <a:lnTo>
                    <a:pt x="26" y="108"/>
                  </a:lnTo>
                  <a:lnTo>
                    <a:pt x="26" y="98"/>
                  </a:lnTo>
                  <a:lnTo>
                    <a:pt x="26" y="18"/>
                  </a:lnTo>
                  <a:lnTo>
                    <a:pt x="26" y="18"/>
                  </a:lnTo>
                  <a:lnTo>
                    <a:pt x="26" y="10"/>
                  </a:lnTo>
                  <a:lnTo>
                    <a:pt x="22" y="4"/>
                  </a:lnTo>
                  <a:lnTo>
                    <a:pt x="16" y="2"/>
                  </a:lnTo>
                  <a:lnTo>
                    <a:pt x="8" y="0"/>
                  </a:ln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  <p:sp>
          <p:nvSpPr>
            <p:cNvPr id="45" name="Freeform 44"/>
            <p:cNvSpPr>
              <a:spLocks/>
            </p:cNvSpPr>
            <p:nvPr/>
          </p:nvSpPr>
          <p:spPr bwMode="ltGray">
            <a:xfrm>
              <a:off x="3562" y="2627"/>
              <a:ext cx="32" cy="66"/>
            </a:xfrm>
            <a:custGeom>
              <a:avLst/>
              <a:gdLst>
                <a:gd name="T0" fmla="*/ 14 w 32"/>
                <a:gd name="T1" fmla="*/ 0 h 66"/>
                <a:gd name="T2" fmla="*/ 0 w 32"/>
                <a:gd name="T3" fmla="*/ 0 h 66"/>
                <a:gd name="T4" fmla="*/ 0 w 32"/>
                <a:gd name="T5" fmla="*/ 66 h 66"/>
                <a:gd name="T6" fmla="*/ 14 w 32"/>
                <a:gd name="T7" fmla="*/ 66 h 66"/>
                <a:gd name="T8" fmla="*/ 14 w 32"/>
                <a:gd name="T9" fmla="*/ 66 h 66"/>
                <a:gd name="T10" fmla="*/ 22 w 32"/>
                <a:gd name="T11" fmla="*/ 64 h 66"/>
                <a:gd name="T12" fmla="*/ 28 w 32"/>
                <a:gd name="T13" fmla="*/ 62 h 66"/>
                <a:gd name="T14" fmla="*/ 30 w 32"/>
                <a:gd name="T15" fmla="*/ 56 h 66"/>
                <a:gd name="T16" fmla="*/ 32 w 32"/>
                <a:gd name="T17" fmla="*/ 48 h 66"/>
                <a:gd name="T18" fmla="*/ 32 w 32"/>
                <a:gd name="T19" fmla="*/ 18 h 66"/>
                <a:gd name="T20" fmla="*/ 32 w 32"/>
                <a:gd name="T21" fmla="*/ 18 h 66"/>
                <a:gd name="T22" fmla="*/ 30 w 32"/>
                <a:gd name="T23" fmla="*/ 10 h 66"/>
                <a:gd name="T24" fmla="*/ 28 w 32"/>
                <a:gd name="T25" fmla="*/ 4 h 66"/>
                <a:gd name="T26" fmla="*/ 22 w 32"/>
                <a:gd name="T27" fmla="*/ 2 h 66"/>
                <a:gd name="T28" fmla="*/ 14 w 32"/>
                <a:gd name="T2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" h="66">
                  <a:moveTo>
                    <a:pt x="14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22" y="64"/>
                  </a:lnTo>
                  <a:lnTo>
                    <a:pt x="28" y="62"/>
                  </a:lnTo>
                  <a:lnTo>
                    <a:pt x="30" y="56"/>
                  </a:lnTo>
                  <a:lnTo>
                    <a:pt x="32" y="4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0" y="10"/>
                  </a:lnTo>
                  <a:lnTo>
                    <a:pt x="28" y="4"/>
                  </a:lnTo>
                  <a:lnTo>
                    <a:pt x="22" y="2"/>
                  </a:lnTo>
                  <a:lnTo>
                    <a:pt x="14" y="0"/>
                  </a:ln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837">
                <a:solidFill>
                  <a:srgbClr val="3C3C3C"/>
                </a:solidFill>
                <a:latin typeface="+mn-lt"/>
              </a:endParaRPr>
            </a:p>
          </p:txBody>
        </p:sp>
      </p:grpSp>
      <p:sp>
        <p:nvSpPr>
          <p:cNvPr id="13315" name="Subtitle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43572" y="5513514"/>
            <a:ext cx="5756424" cy="2198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28" cap="all" baseline="0">
                <a:solidFill>
                  <a:schemeClr val="accent6"/>
                </a:solidFill>
                <a:latin typeface="+mn-lt"/>
                <a:ea typeface="+mn-ea"/>
              </a:defRPr>
            </a:lvl1pPr>
          </a:lstStyle>
          <a:p>
            <a:pPr lvl="0" latinLnBrk="0"/>
            <a:r>
              <a:rPr lang="en-US" noProof="0"/>
              <a:t>Click to edit Master subtitle style</a:t>
            </a:r>
            <a:endParaRPr lang="ru-RU" noProof="0"/>
          </a:p>
        </p:txBody>
      </p:sp>
      <p:sp>
        <p:nvSpPr>
          <p:cNvPr id="5" name="doc id"/>
          <p:cNvSpPr txBox="1">
            <a:spLocks noChangeArrowheads="1"/>
          </p:cNvSpPr>
          <p:nvPr/>
        </p:nvSpPr>
        <p:spPr bwMode="white">
          <a:xfrm>
            <a:off x="11487911" y="37256"/>
            <a:ext cx="401720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endParaRPr lang="ru-RU" sz="816" baseline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5" name="Document type" hidden="1">
            <a:extLst>
              <a:ext uri="{FF2B5EF4-FFF2-40B4-BE49-F238E27FC236}">
                <a16:creationId xmlns:a16="http://schemas.microsoft.com/office/drawing/2014/main" id="{1E8A4222-46EB-4FD0-B154-C3BE03FA6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573" y="6174945"/>
            <a:ext cx="4470572" cy="224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28" baseline="0">
                <a:solidFill>
                  <a:schemeClr val="accent6"/>
                </a:solidFill>
                <a:latin typeface="+mn-lt"/>
              </a:rPr>
              <a:t>Document type | Date</a:t>
            </a:r>
          </a:p>
        </p:txBody>
      </p:sp>
      <p:sp>
        <p:nvSpPr>
          <p:cNvPr id="2" name="Working Draft Text" hidden="1">
            <a:extLst>
              <a:ext uri="{FF2B5EF4-FFF2-40B4-BE49-F238E27FC236}">
                <a16:creationId xmlns:a16="http://schemas.microsoft.com/office/drawing/2014/main" id="{07F29F7C-252E-4660-8C8F-7C9BE351A592}"/>
              </a:ext>
            </a:extLst>
          </p:cNvPr>
          <p:cNvSpPr txBox="1"/>
          <p:nvPr/>
        </p:nvSpPr>
        <p:spPr>
          <a:xfrm>
            <a:off x="8228425" y="6349400"/>
            <a:ext cx="1107620" cy="22230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816" b="1">
                <a:solidFill>
                  <a:srgbClr val="FFFFFF"/>
                </a:solidFill>
              </a:rPr>
              <a:t>WORKING DRAFT</a:t>
            </a:r>
            <a:endParaRPr lang="ru-RU" sz="816" b="1">
              <a:solidFill>
                <a:srgbClr val="FFFFFF"/>
              </a:solidFill>
            </a:endParaRPr>
          </a:p>
        </p:txBody>
      </p:sp>
      <p:sp>
        <p:nvSpPr>
          <p:cNvPr id="4" name="Working Draft" hidden="1">
            <a:extLst>
              <a:ext uri="{FF2B5EF4-FFF2-40B4-BE49-F238E27FC236}">
                <a16:creationId xmlns:a16="http://schemas.microsoft.com/office/drawing/2014/main" id="{71AA31C6-410E-44E6-9744-9B4B24BF9506}"/>
              </a:ext>
            </a:extLst>
          </p:cNvPr>
          <p:cNvSpPr txBox="1"/>
          <p:nvPr/>
        </p:nvSpPr>
        <p:spPr>
          <a:xfrm>
            <a:off x="8228426" y="6478979"/>
            <a:ext cx="2815172" cy="22230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816">
                <a:solidFill>
                  <a:srgbClr val="FFFFFF"/>
                </a:solidFill>
              </a:rPr>
              <a:t>Last Modified 02.03.2022 15:38 SE Asia Standard Time</a:t>
            </a:r>
            <a:endParaRPr lang="ru-RU" sz="816">
              <a:solidFill>
                <a:srgbClr val="FFFFFF"/>
              </a:solidFill>
            </a:endParaRPr>
          </a:p>
        </p:txBody>
      </p:sp>
      <p:sp>
        <p:nvSpPr>
          <p:cNvPr id="6" name="Printed" hidden="1">
            <a:extLst>
              <a:ext uri="{FF2B5EF4-FFF2-40B4-BE49-F238E27FC236}">
                <a16:creationId xmlns:a16="http://schemas.microsoft.com/office/drawing/2014/main" id="{2570FAE1-A2E9-45BB-8466-69DBCBCD5A1A}"/>
              </a:ext>
            </a:extLst>
          </p:cNvPr>
          <p:cNvSpPr txBox="1"/>
          <p:nvPr/>
        </p:nvSpPr>
        <p:spPr>
          <a:xfrm>
            <a:off x="8228425" y="6608559"/>
            <a:ext cx="2654884" cy="22230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816">
                <a:solidFill>
                  <a:srgbClr val="FFFFFF"/>
                </a:solidFill>
              </a:rPr>
              <a:t>Printed 25.01.2022 8:51 Russia TZ 2 Standard Time</a:t>
            </a:r>
            <a:endParaRPr lang="ru-RU" sz="816">
              <a:solidFill>
                <a:srgbClr val="FFFFFF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EE69907-7024-4AD6-86D3-D626B5D1A74F}"/>
              </a:ext>
            </a:extLst>
          </p:cNvPr>
          <p:cNvSpPr/>
          <p:nvPr/>
        </p:nvSpPr>
        <p:spPr>
          <a:xfrm>
            <a:off x="-11811" y="2"/>
            <a:ext cx="7038737" cy="4765321"/>
          </a:xfrm>
          <a:custGeom>
            <a:avLst/>
            <a:gdLst>
              <a:gd name="connsiteX0" fmla="*/ 0 w 6898512"/>
              <a:gd name="connsiteY0" fmla="*/ 4664597 h 4664597"/>
              <a:gd name="connsiteX1" fmla="*/ 6898512 w 6898512"/>
              <a:gd name="connsiteY1" fmla="*/ 0 h 4664597"/>
              <a:gd name="connsiteX0" fmla="*/ 0 w 6898512"/>
              <a:gd name="connsiteY0" fmla="*/ 4664597 h 4664597"/>
              <a:gd name="connsiteX1" fmla="*/ 6898512 w 6898512"/>
              <a:gd name="connsiteY1" fmla="*/ 0 h 4664597"/>
              <a:gd name="connsiteX0" fmla="*/ 0 w 6898512"/>
              <a:gd name="connsiteY0" fmla="*/ 4664597 h 4669240"/>
              <a:gd name="connsiteX1" fmla="*/ 6898512 w 6898512"/>
              <a:gd name="connsiteY1" fmla="*/ 0 h 4669240"/>
              <a:gd name="connsiteX0" fmla="*/ 0 w 6898512"/>
              <a:gd name="connsiteY0" fmla="*/ 4664597 h 4668814"/>
              <a:gd name="connsiteX1" fmla="*/ 6898512 w 6898512"/>
              <a:gd name="connsiteY1" fmla="*/ 0 h 4668814"/>
              <a:gd name="connsiteX0" fmla="*/ 0 w 6898512"/>
              <a:gd name="connsiteY0" fmla="*/ 4664597 h 4670313"/>
              <a:gd name="connsiteX1" fmla="*/ 6898512 w 6898512"/>
              <a:gd name="connsiteY1" fmla="*/ 0 h 4670313"/>
              <a:gd name="connsiteX0" fmla="*/ 0 w 6898512"/>
              <a:gd name="connsiteY0" fmla="*/ 4664597 h 4670456"/>
              <a:gd name="connsiteX1" fmla="*/ 6898512 w 6898512"/>
              <a:gd name="connsiteY1" fmla="*/ 0 h 4670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898512" h="4670456">
                <a:moveTo>
                  <a:pt x="0" y="4664597"/>
                </a:moveTo>
                <a:cubicBezTo>
                  <a:pt x="3757915" y="4822784"/>
                  <a:pt x="5293490" y="1740061"/>
                  <a:pt x="6898512" y="0"/>
                </a:cubicBezTo>
              </a:path>
            </a:pathLst>
          </a:custGeom>
          <a:noFill/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37"/>
          </a:p>
        </p:txBody>
      </p:sp>
    </p:spTree>
    <p:extLst>
      <p:ext uri="{BB962C8B-B14F-4D97-AF65-F5344CB8AC3E}">
        <p14:creationId xmlns:p14="http://schemas.microsoft.com/office/powerpoint/2010/main" val="22473661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954C8-4809-43DC-983C-6E33E158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14" y="382923"/>
            <a:ext cx="11645573" cy="3140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273D8-79B5-4984-9B14-01A6D3AFD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704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1EA1-2658-4A8F-8F6F-E7274E0A0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14" y="382923"/>
            <a:ext cx="11645573" cy="3140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45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13" Type="http://schemas.openxmlformats.org/officeDocument/2006/relationships/tags" Target="../tags/tag11.xml"/><Relationship Id="rId18" Type="http://schemas.openxmlformats.org/officeDocument/2006/relationships/tags" Target="../tags/tag16.xml"/><Relationship Id="rId3" Type="http://schemas.openxmlformats.org/officeDocument/2006/relationships/slideLayout" Target="../slideLayouts/slideLayout20.xml"/><Relationship Id="rId21" Type="http://schemas.openxmlformats.org/officeDocument/2006/relationships/tags" Target="../tags/tag19.xml"/><Relationship Id="rId7" Type="http://schemas.openxmlformats.org/officeDocument/2006/relationships/tags" Target="../tags/tag5.xml"/><Relationship Id="rId12" Type="http://schemas.openxmlformats.org/officeDocument/2006/relationships/tags" Target="../tags/tag10.xml"/><Relationship Id="rId17" Type="http://schemas.openxmlformats.org/officeDocument/2006/relationships/tags" Target="../tags/tag15.xml"/><Relationship Id="rId2" Type="http://schemas.openxmlformats.org/officeDocument/2006/relationships/slideLayout" Target="../slideLayouts/slideLayout19.xml"/><Relationship Id="rId16" Type="http://schemas.openxmlformats.org/officeDocument/2006/relationships/tags" Target="../tags/tag14.xml"/><Relationship Id="rId20" Type="http://schemas.openxmlformats.org/officeDocument/2006/relationships/tags" Target="../tags/tag18.xml"/><Relationship Id="rId1" Type="http://schemas.openxmlformats.org/officeDocument/2006/relationships/slideLayout" Target="../slideLayouts/slideLayout18.xml"/><Relationship Id="rId6" Type="http://schemas.openxmlformats.org/officeDocument/2006/relationships/tags" Target="../tags/tag4.xml"/><Relationship Id="rId11" Type="http://schemas.openxmlformats.org/officeDocument/2006/relationships/tags" Target="../tags/tag9.xml"/><Relationship Id="rId24" Type="http://schemas.openxmlformats.org/officeDocument/2006/relationships/image" Target="../media/image2.emf"/><Relationship Id="rId5" Type="http://schemas.openxmlformats.org/officeDocument/2006/relationships/theme" Target="../theme/theme3.xml"/><Relationship Id="rId15" Type="http://schemas.openxmlformats.org/officeDocument/2006/relationships/tags" Target="../tags/tag13.xml"/><Relationship Id="rId23" Type="http://schemas.openxmlformats.org/officeDocument/2006/relationships/oleObject" Target="../embeddings/oleObject2.bin"/><Relationship Id="rId10" Type="http://schemas.openxmlformats.org/officeDocument/2006/relationships/tags" Target="../tags/tag8.xml"/><Relationship Id="rId19" Type="http://schemas.openxmlformats.org/officeDocument/2006/relationships/tags" Target="../tags/tag17.xml"/><Relationship Id="rId4" Type="http://schemas.openxmlformats.org/officeDocument/2006/relationships/slideLayout" Target="../slideLayouts/slideLayout21.xml"/><Relationship Id="rId9" Type="http://schemas.openxmlformats.org/officeDocument/2006/relationships/tags" Target="../tags/tag7.xml"/><Relationship Id="rId14" Type="http://schemas.openxmlformats.org/officeDocument/2006/relationships/tags" Target="../tags/tag12.xml"/><Relationship Id="rId22" Type="http://schemas.openxmlformats.org/officeDocument/2006/relationships/tags" Target="../tags/tag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3118" y="188641"/>
            <a:ext cx="11413757" cy="6104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3119" y="1268412"/>
            <a:ext cx="11425765" cy="50609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Первый уровень</a:t>
            </a:r>
          </a:p>
          <a:p>
            <a:pPr lvl="2"/>
            <a:r>
              <a:rPr lang="ru-RU"/>
              <a:t>Второй уровень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383118" y="1011208"/>
            <a:ext cx="1141375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1517813" y="6535169"/>
            <a:ext cx="0" cy="108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11629697" y="6503915"/>
            <a:ext cx="288032" cy="161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fld id="{AF528B6D-1001-487C-8FFE-85B114390330}" type="slidenum">
              <a:rPr lang="ru-RU" sz="1333" b="1" smtClean="0">
                <a:solidFill>
                  <a:srgbClr val="3C3C3C"/>
                </a:solidFill>
              </a:rPr>
              <a:pPr/>
              <a:t>‹#›</a:t>
            </a:fld>
            <a:endParaRPr lang="ru-RU" sz="1333" b="1">
              <a:solidFill>
                <a:srgbClr val="3C3C3C"/>
              </a:solidFill>
            </a:endParaRPr>
          </a:p>
        </p:txBody>
      </p:sp>
      <p:sp>
        <p:nvSpPr>
          <p:cNvPr id="13" name="LogoEng" hidden="1"/>
          <p:cNvSpPr/>
          <p:nvPr/>
        </p:nvSpPr>
        <p:spPr>
          <a:xfrm>
            <a:off x="7246933" y="6500048"/>
            <a:ext cx="4200000" cy="16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r"/>
            <a:r>
              <a:rPr lang="en-US" sz="1333">
                <a:solidFill>
                  <a:srgbClr val="706F6F"/>
                </a:solidFill>
              </a:rPr>
              <a:t>Gazprom Neft</a:t>
            </a:r>
            <a:endParaRPr lang="ru-RU" sz="1333">
              <a:solidFill>
                <a:srgbClr val="706F6F"/>
              </a:solidFill>
            </a:endParaRPr>
          </a:p>
        </p:txBody>
      </p:sp>
      <p:sp>
        <p:nvSpPr>
          <p:cNvPr id="4" name="Footer"/>
          <p:cNvSpPr/>
          <p:nvPr/>
        </p:nvSpPr>
        <p:spPr>
          <a:xfrm>
            <a:off x="396873" y="6499447"/>
            <a:ext cx="6720000" cy="165600"/>
          </a:xfrm>
          <a:prstGeom prst="rect">
            <a:avLst/>
          </a:prstGeom>
        </p:spPr>
        <p:txBody>
          <a:bodyPr vert="horz" lIns="0" tIns="0" rIns="0" bIns="0" rtlCol="0" anchor="t">
            <a:normAutofit fontScale="92500" lnSpcReduction="10000"/>
          </a:bodyPr>
          <a:lstStyle/>
          <a:p>
            <a:endParaRPr lang="ru-RU" sz="1333">
              <a:solidFill>
                <a:srgbClr val="706F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210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</p:sldLayoutIdLst>
  <p:hf hdr="0" ftr="0"/>
  <p:txStyles>
    <p:titleStyle>
      <a:lvl1pPr algn="l" defTabSz="1219170" rtl="0" eaLnBrk="1" latinLnBrk="0" hangingPunct="1">
        <a:spcBef>
          <a:spcPct val="0"/>
        </a:spcBef>
        <a:buNone/>
        <a:defRPr sz="2667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spcBef>
          <a:spcPts val="1600"/>
        </a:spcBef>
        <a:spcAft>
          <a:spcPts val="0"/>
        </a:spcAft>
        <a:buClr>
          <a:schemeClr val="accent1"/>
        </a:buClr>
        <a:buSzPct val="90000"/>
        <a:buFont typeface="Wingdings" pitchFamily="2" charset="2"/>
        <a:buNone/>
        <a:defRPr sz="1867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41294" marR="0" indent="-241294" algn="l" defTabSz="1219170" rtl="0" eaLnBrk="1" fontAlgn="auto" latinLnBrk="0" hangingPunct="1">
        <a:lnSpc>
          <a:spcPct val="100000"/>
        </a:lnSpc>
        <a:spcBef>
          <a:spcPts val="1600"/>
        </a:spcBef>
        <a:spcAft>
          <a:spcPts val="0"/>
        </a:spcAft>
        <a:buClr>
          <a:schemeClr val="accent1"/>
        </a:buClr>
        <a:buSzPct val="100000"/>
        <a:buFont typeface="Wingdings" pitchFamily="2" charset="2"/>
        <a:buChar char="§"/>
        <a:tabLst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467772" indent="-226478" algn="l" defTabSz="1219170" rtl="0" eaLnBrk="1" latinLnBrk="0" hangingPunct="1">
        <a:spcBef>
          <a:spcPts val="800"/>
        </a:spcBef>
        <a:buClr>
          <a:schemeClr val="accent3"/>
        </a:buClr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FBA72-5F94-4295-B417-E950E1EFE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03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  <p:sldLayoutId id="2147483940" r:id="rId1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0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23" imgW="270" imgH="270" progId="TCLayout.ActiveDocument.1">
                  <p:embed/>
                </p:oleObj>
              </mc:Choice>
              <mc:Fallback>
                <p:oleObj name="Слайд think-cell" r:id="rId2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15979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7"/>
            </p:custDataLst>
          </p:nvPr>
        </p:nvSpPr>
        <p:spPr bwMode="auto">
          <a:xfrm>
            <a:off x="0" y="0"/>
            <a:ext cx="215979" cy="16197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1632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auto">
          <a:xfrm>
            <a:off x="273215" y="10252"/>
            <a:ext cx="894666" cy="224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ru-RU" sz="1428" cap="all" baseline="0">
                <a:solidFill>
                  <a:schemeClr val="accent6"/>
                </a:solidFill>
                <a:latin typeface="+mn-lt"/>
                <a:ea typeface="+mn-ea"/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auto">
          <a:xfrm>
            <a:off x="273214" y="1089085"/>
            <a:ext cx="11645573" cy="256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32" baseline="0">
                <a:solidFill>
                  <a:schemeClr val="accent6"/>
                </a:solidFill>
                <a:latin typeface="+mn-lt"/>
                <a:ea typeface="+mn-ea"/>
              </a:rPr>
              <a:t>Subtitle</a:t>
            </a:r>
            <a:endParaRPr lang="ru-RU" sz="1632" baseline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976208" y="2676450"/>
            <a:ext cx="5853024" cy="1256112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 latinLnBrk="0"/>
            <a:r>
              <a:rPr lang="en-US"/>
              <a:t>Click to edit Master text styles</a:t>
            </a:r>
          </a:p>
          <a:p>
            <a:pPr lvl="1" latinLnBrk="0"/>
            <a:r>
              <a:rPr lang="en-US"/>
              <a:t>Second level</a:t>
            </a:r>
          </a:p>
          <a:p>
            <a:pPr lvl="2" latinLnBrk="0"/>
            <a:r>
              <a:rPr lang="en-US"/>
              <a:t>Third level</a:t>
            </a:r>
          </a:p>
          <a:p>
            <a:pPr lvl="3" latinLnBrk="0"/>
            <a:r>
              <a:rPr lang="en-US"/>
              <a:t>Fourth level</a:t>
            </a:r>
          </a:p>
          <a:p>
            <a:pPr lvl="4" latinLnBrk="0"/>
            <a:r>
              <a:rPr lang="en-US"/>
              <a:t>Fifth level</a:t>
            </a:r>
            <a:endParaRPr lang="ru-RU"/>
          </a:p>
        </p:txBody>
      </p:sp>
      <p:sp>
        <p:nvSpPr>
          <p:cNvPr id="24" name="SlideBottomBar"/>
          <p:cNvSpPr/>
          <p:nvPr/>
        </p:nvSpPr>
        <p:spPr>
          <a:xfrm>
            <a:off x="11576461" y="6455860"/>
            <a:ext cx="62200" cy="12634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32" baseline="0">
              <a:solidFill>
                <a:schemeClr val="accent6"/>
              </a:solidFill>
              <a:latin typeface="+mn-lt"/>
              <a:ea typeface="+mn-ea"/>
            </a:endParaRPr>
          </a:p>
        </p:txBody>
      </p:sp>
      <p:grpSp>
        <p:nvGrpSpPr>
          <p:cNvPr id="67" name="ACET" hidden="1">
            <a:extLst>
              <a:ext uri="{FF2B5EF4-FFF2-40B4-BE49-F238E27FC236}">
                <a16:creationId xmlns:a16="http://schemas.microsoft.com/office/drawing/2014/main" id="{077C33C3-9CAC-4568-91AC-75C63D7A865C}"/>
              </a:ext>
            </a:extLst>
          </p:cNvPr>
          <p:cNvGrpSpPr>
            <a:grpSpLocks/>
          </p:cNvGrpSpPr>
          <p:nvPr/>
        </p:nvGrpSpPr>
        <p:grpSpPr bwMode="auto">
          <a:xfrm>
            <a:off x="1976207" y="1890988"/>
            <a:ext cx="5853024" cy="596066"/>
            <a:chOff x="915" y="662"/>
            <a:chExt cx="2686" cy="368"/>
          </a:xfrm>
        </p:grpSpPr>
        <p:cxnSp>
          <p:nvCxnSpPr>
            <p:cNvPr id="68" name="AutoShape 249">
              <a:extLst>
                <a:ext uri="{FF2B5EF4-FFF2-40B4-BE49-F238E27FC236}">
                  <a16:creationId xmlns:a16="http://schemas.microsoft.com/office/drawing/2014/main" id="{A7FD436B-BEBA-4117-ABC1-87DC081344A3}"/>
                </a:ext>
              </a:extLst>
            </p:cNvPr>
            <p:cNvCxnSpPr>
              <a:cxnSpLocks noChangeShapeType="1"/>
              <a:stCxn id="69" idx="4"/>
              <a:endCxn id="69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" name="AutoShape 250">
              <a:extLst>
                <a:ext uri="{FF2B5EF4-FFF2-40B4-BE49-F238E27FC236}">
                  <a16:creationId xmlns:a16="http://schemas.microsoft.com/office/drawing/2014/main" id="{2B4CB6BF-8D3F-4808-9964-6C9A9A85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662"/>
              <a:ext cx="2686" cy="36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n-US" sz="1837" b="1" baseline="0">
                  <a:solidFill>
                    <a:srgbClr val="000000"/>
                  </a:solidFill>
                  <a:latin typeface="+mn-lt"/>
                  <a:ea typeface="+mn-ea"/>
                </a:rPr>
                <a:t>Title</a:t>
              </a:r>
            </a:p>
            <a:p>
              <a:r>
                <a:rPr lang="en-US" sz="1837" baseline="0">
                  <a:solidFill>
                    <a:schemeClr val="accent6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  <p:grpSp>
        <p:nvGrpSpPr>
          <p:cNvPr id="70" name="LegendBoxes" hidden="1">
            <a:extLst>
              <a:ext uri="{FF2B5EF4-FFF2-40B4-BE49-F238E27FC236}">
                <a16:creationId xmlns:a16="http://schemas.microsoft.com/office/drawing/2014/main" id="{67AD73E1-515A-4F89-A466-97F3E4C224EE}"/>
              </a:ext>
            </a:extLst>
          </p:cNvPr>
          <p:cNvGrpSpPr>
            <a:grpSpLocks/>
          </p:cNvGrpSpPr>
          <p:nvPr/>
        </p:nvGrpSpPr>
        <p:grpSpPr bwMode="auto">
          <a:xfrm>
            <a:off x="11139678" y="1127324"/>
            <a:ext cx="788828" cy="1022061"/>
            <a:chOff x="4936" y="176"/>
            <a:chExt cx="487" cy="631"/>
          </a:xfrm>
        </p:grpSpPr>
        <p:sp>
          <p:nvSpPr>
            <p:cNvPr id="71" name="Legend1">
              <a:extLst>
                <a:ext uri="{FF2B5EF4-FFF2-40B4-BE49-F238E27FC236}">
                  <a16:creationId xmlns:a16="http://schemas.microsoft.com/office/drawing/2014/main" id="{4F1E252F-BCDB-42C5-9995-C2BD24EA4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6" y="176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72" name="LegendRectangle1">
              <a:extLst>
                <a:ext uri="{FF2B5EF4-FFF2-40B4-BE49-F238E27FC236}">
                  <a16:creationId xmlns:a16="http://schemas.microsoft.com/office/drawing/2014/main" id="{CEB21BFC-5CB4-41E8-A041-7A0763A14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37">
                <a:latin typeface="+mn-lt"/>
              </a:endParaRPr>
            </a:p>
          </p:txBody>
        </p:sp>
        <p:sp>
          <p:nvSpPr>
            <p:cNvPr id="73" name="Legend2">
              <a:extLst>
                <a:ext uri="{FF2B5EF4-FFF2-40B4-BE49-F238E27FC236}">
                  <a16:creationId xmlns:a16="http://schemas.microsoft.com/office/drawing/2014/main" id="{04648BD1-71FB-4D88-9E2D-AE659120E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6" y="346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74" name="LegendRectangle2">
              <a:extLst>
                <a:ext uri="{FF2B5EF4-FFF2-40B4-BE49-F238E27FC236}">
                  <a16:creationId xmlns:a16="http://schemas.microsoft.com/office/drawing/2014/main" id="{8AA0BE75-23F0-41A9-9079-987B71BCC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37">
                <a:latin typeface="+mn-lt"/>
              </a:endParaRPr>
            </a:p>
          </p:txBody>
        </p:sp>
        <p:sp>
          <p:nvSpPr>
            <p:cNvPr id="75" name="Legend3">
              <a:extLst>
                <a:ext uri="{FF2B5EF4-FFF2-40B4-BE49-F238E27FC236}">
                  <a16:creationId xmlns:a16="http://schemas.microsoft.com/office/drawing/2014/main" id="{0FDBA7ED-7550-4B4E-A8E3-643DD47A9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6" y="517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76" name="LegendRectangle3">
              <a:extLst>
                <a:ext uri="{FF2B5EF4-FFF2-40B4-BE49-F238E27FC236}">
                  <a16:creationId xmlns:a16="http://schemas.microsoft.com/office/drawing/2014/main" id="{14690DFA-537A-48AA-822C-57C4E4336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37">
                <a:latin typeface="+mn-lt"/>
              </a:endParaRPr>
            </a:p>
          </p:txBody>
        </p:sp>
        <p:sp>
          <p:nvSpPr>
            <p:cNvPr id="77" name="Legend4">
              <a:extLst>
                <a:ext uri="{FF2B5EF4-FFF2-40B4-BE49-F238E27FC236}">
                  <a16:creationId xmlns:a16="http://schemas.microsoft.com/office/drawing/2014/main" id="{1269E47F-5DAB-4E3E-856F-B75A85321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6" y="688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78" name="LegendRectangle4">
              <a:extLst>
                <a:ext uri="{FF2B5EF4-FFF2-40B4-BE49-F238E27FC236}">
                  <a16:creationId xmlns:a16="http://schemas.microsoft.com/office/drawing/2014/main" id="{640DD6D6-C55F-48F0-85C0-60E781799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37">
                <a:latin typeface="+mn-lt"/>
              </a:endParaRPr>
            </a:p>
          </p:txBody>
        </p:sp>
      </p:grpSp>
      <p:grpSp>
        <p:nvGrpSpPr>
          <p:cNvPr id="79" name="LegendLines" hidden="1">
            <a:extLst>
              <a:ext uri="{FF2B5EF4-FFF2-40B4-BE49-F238E27FC236}">
                <a16:creationId xmlns:a16="http://schemas.microsoft.com/office/drawing/2014/main" id="{1B02AEE9-CA0A-4F26-B3CD-0CCF1220A90C}"/>
              </a:ext>
            </a:extLst>
          </p:cNvPr>
          <p:cNvGrpSpPr>
            <a:grpSpLocks/>
          </p:cNvGrpSpPr>
          <p:nvPr/>
        </p:nvGrpSpPr>
        <p:grpSpPr bwMode="auto">
          <a:xfrm>
            <a:off x="10825443" y="1127324"/>
            <a:ext cx="1103063" cy="749943"/>
            <a:chOff x="4750" y="176"/>
            <a:chExt cx="681" cy="463"/>
          </a:xfrm>
        </p:grpSpPr>
        <p:sp>
          <p:nvSpPr>
            <p:cNvPr id="80" name="LineLegend1">
              <a:extLst>
                <a:ext uri="{FF2B5EF4-FFF2-40B4-BE49-F238E27FC236}">
                  <a16:creationId xmlns:a16="http://schemas.microsoft.com/office/drawing/2014/main" id="{ACB5A7C1-B9D6-461E-8A91-89FD754CD6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37">
                <a:latin typeface="+mn-lt"/>
              </a:endParaRPr>
            </a:p>
          </p:txBody>
        </p:sp>
        <p:sp>
          <p:nvSpPr>
            <p:cNvPr id="81" name="LineLegend2">
              <a:extLst>
                <a:ext uri="{FF2B5EF4-FFF2-40B4-BE49-F238E27FC236}">
                  <a16:creationId xmlns:a16="http://schemas.microsoft.com/office/drawing/2014/main" id="{AC1BAAC5-0E09-4563-99EE-A55F39BF42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37">
                <a:latin typeface="+mn-lt"/>
              </a:endParaRPr>
            </a:p>
          </p:txBody>
        </p:sp>
        <p:sp>
          <p:nvSpPr>
            <p:cNvPr id="82" name="LineLegend3">
              <a:extLst>
                <a:ext uri="{FF2B5EF4-FFF2-40B4-BE49-F238E27FC236}">
                  <a16:creationId xmlns:a16="http://schemas.microsoft.com/office/drawing/2014/main" id="{C0B6ADA7-552F-4B74-A682-79E5F17C4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37">
                <a:latin typeface="+mn-lt"/>
              </a:endParaRPr>
            </a:p>
          </p:txBody>
        </p:sp>
        <p:sp>
          <p:nvSpPr>
            <p:cNvPr id="83" name="Legend1">
              <a:extLst>
                <a:ext uri="{FF2B5EF4-FFF2-40B4-BE49-F238E27FC236}">
                  <a16:creationId xmlns:a16="http://schemas.microsoft.com/office/drawing/2014/main" id="{E7EF7E90-232E-4982-9620-191BF8523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4" y="176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84" name="Legend2">
              <a:extLst>
                <a:ext uri="{FF2B5EF4-FFF2-40B4-BE49-F238E27FC236}">
                  <a16:creationId xmlns:a16="http://schemas.microsoft.com/office/drawing/2014/main" id="{A1226EA5-7C48-435E-BC74-13F777962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4" y="344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85" name="Legend3">
              <a:extLst>
                <a:ext uri="{FF2B5EF4-FFF2-40B4-BE49-F238E27FC236}">
                  <a16:creationId xmlns:a16="http://schemas.microsoft.com/office/drawing/2014/main" id="{D9A375F3-B722-41AC-ADCF-874821FE4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4" y="520"/>
              <a:ext cx="327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</p:grpSp>
      <p:grpSp>
        <p:nvGrpSpPr>
          <p:cNvPr id="86" name="LegendMoons" hidden="1">
            <a:extLst>
              <a:ext uri="{FF2B5EF4-FFF2-40B4-BE49-F238E27FC236}">
                <a16:creationId xmlns:a16="http://schemas.microsoft.com/office/drawing/2014/main" id="{CFB3ABA0-E0F2-441F-8B14-A3510F446F7C}"/>
              </a:ext>
            </a:extLst>
          </p:cNvPr>
          <p:cNvGrpSpPr/>
          <p:nvPr/>
        </p:nvGrpSpPr>
        <p:grpSpPr bwMode="auto">
          <a:xfrm>
            <a:off x="11071477" y="1127324"/>
            <a:ext cx="857123" cy="1333054"/>
            <a:chOff x="7875175" y="286625"/>
            <a:chExt cx="840048" cy="1306516"/>
          </a:xfrm>
        </p:grpSpPr>
        <p:grpSp>
          <p:nvGrpSpPr>
            <p:cNvPr id="87" name="MoonLegend2">
              <a:extLst>
                <a:ext uri="{FF2B5EF4-FFF2-40B4-BE49-F238E27FC236}">
                  <a16:creationId xmlns:a16="http://schemas.microsoft.com/office/drawing/2014/main" id="{3CFFEAA6-79EA-49DF-95FD-F23B1B699184}"/>
                </a:ext>
              </a:extLst>
            </p:cNvPr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875175" y="560866"/>
              <a:ext cx="209550" cy="209551"/>
              <a:chOff x="1694" y="2044"/>
              <a:chExt cx="160" cy="160"/>
            </a:xfrm>
          </p:grpSpPr>
          <p:sp>
            <p:nvSpPr>
              <p:cNvPr id="105" name="Oval 41">
                <a:extLst>
                  <a:ext uri="{FF2B5EF4-FFF2-40B4-BE49-F238E27FC236}">
                    <a16:creationId xmlns:a16="http://schemas.microsoft.com/office/drawing/2014/main" id="{1659EF16-A9B4-4FAD-83EB-253F15DD0B4D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  <p:sp>
            <p:nvSpPr>
              <p:cNvPr id="106" name="Arc 42">
                <a:extLst>
                  <a:ext uri="{FF2B5EF4-FFF2-40B4-BE49-F238E27FC236}">
                    <a16:creationId xmlns:a16="http://schemas.microsoft.com/office/drawing/2014/main" id="{608980BE-E86F-47A7-91D8-02C83DC65D64}"/>
                  </a:ext>
                </a:extLst>
              </p:cNvPr>
              <p:cNvSpPr>
                <a:spLocks noChangeAspec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</p:grpSp>
        <p:grpSp>
          <p:nvGrpSpPr>
            <p:cNvPr id="88" name="MoonLegend4">
              <a:extLst>
                <a:ext uri="{FF2B5EF4-FFF2-40B4-BE49-F238E27FC236}">
                  <a16:creationId xmlns:a16="http://schemas.microsoft.com/office/drawing/2014/main" id="{F3676DE7-2C25-436F-8B07-DBFF88B88219}"/>
                </a:ext>
              </a:extLst>
            </p:cNvPr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875175" y="1109348"/>
              <a:ext cx="209550" cy="209551"/>
              <a:chOff x="4495" y="1198"/>
              <a:chExt cx="160" cy="160"/>
            </a:xfrm>
          </p:grpSpPr>
          <p:sp>
            <p:nvSpPr>
              <p:cNvPr id="103" name="Oval 47">
                <a:extLst>
                  <a:ext uri="{FF2B5EF4-FFF2-40B4-BE49-F238E27FC236}">
                    <a16:creationId xmlns:a16="http://schemas.microsoft.com/office/drawing/2014/main" id="{BE214008-5641-4369-8852-2BC3DC9E9B3E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  <p:sp>
            <p:nvSpPr>
              <p:cNvPr id="104" name="Arc 48">
                <a:extLst>
                  <a:ext uri="{FF2B5EF4-FFF2-40B4-BE49-F238E27FC236}">
                    <a16:creationId xmlns:a16="http://schemas.microsoft.com/office/drawing/2014/main" id="{4A8F12BF-6BC5-4349-91A9-5959E89A83A5}"/>
                  </a:ext>
                </a:extLst>
              </p:cNvPr>
              <p:cNvSpPr>
                <a:spLocks noChangeAspect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</p:grpSp>
        <p:grpSp>
          <p:nvGrpSpPr>
            <p:cNvPr id="89" name="MoonLegend5">
              <a:extLst>
                <a:ext uri="{FF2B5EF4-FFF2-40B4-BE49-F238E27FC236}">
                  <a16:creationId xmlns:a16="http://schemas.microsoft.com/office/drawing/2014/main" id="{E04182F2-C329-42AE-AC7F-8B59293B3BC3}"/>
                </a:ext>
              </a:extLst>
            </p:cNvPr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875175" y="1383590"/>
              <a:ext cx="209550" cy="209551"/>
              <a:chOff x="4495" y="1440"/>
              <a:chExt cx="160" cy="160"/>
            </a:xfrm>
          </p:grpSpPr>
          <p:sp>
            <p:nvSpPr>
              <p:cNvPr id="101" name="Oval 50">
                <a:extLst>
                  <a:ext uri="{FF2B5EF4-FFF2-40B4-BE49-F238E27FC236}">
                    <a16:creationId xmlns:a16="http://schemas.microsoft.com/office/drawing/2014/main" id="{EF9679B0-99BD-4F43-979F-A92BF09B1380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  <p:sp>
            <p:nvSpPr>
              <p:cNvPr id="102" name="Oval 51">
                <a:extLst>
                  <a:ext uri="{FF2B5EF4-FFF2-40B4-BE49-F238E27FC236}">
                    <a16:creationId xmlns:a16="http://schemas.microsoft.com/office/drawing/2014/main" id="{BD561548-F30D-4554-B606-67177BB7C1CD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</p:grpSp>
        <p:sp>
          <p:nvSpPr>
            <p:cNvPr id="90" name="Legend1">
              <a:extLst>
                <a:ext uri="{FF2B5EF4-FFF2-40B4-BE49-F238E27FC236}">
                  <a16:creationId xmlns:a16="http://schemas.microsoft.com/office/drawing/2014/main" id="{EDC14FDD-5A7F-4FB7-A8B2-77B7D7DE8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5850" y="299325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91" name="Legend2">
              <a:extLst>
                <a:ext uri="{FF2B5EF4-FFF2-40B4-BE49-F238E27FC236}">
                  <a16:creationId xmlns:a16="http://schemas.microsoft.com/office/drawing/2014/main" id="{607F7CEF-9ABD-413E-A447-23D883D73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5850" y="573963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92" name="Legend3">
              <a:extLst>
                <a:ext uri="{FF2B5EF4-FFF2-40B4-BE49-F238E27FC236}">
                  <a16:creationId xmlns:a16="http://schemas.microsoft.com/office/drawing/2014/main" id="{9FBEEA81-D050-4A08-90D5-7034DE7DB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5850" y="848602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93" name="Legend4">
              <a:extLst>
                <a:ext uri="{FF2B5EF4-FFF2-40B4-BE49-F238E27FC236}">
                  <a16:creationId xmlns:a16="http://schemas.microsoft.com/office/drawing/2014/main" id="{7D60BB96-DAC7-462F-87D1-7CF82ED4E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5850" y="1120065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sp>
          <p:nvSpPr>
            <p:cNvPr id="94" name="Legend5">
              <a:extLst>
                <a:ext uri="{FF2B5EF4-FFF2-40B4-BE49-F238E27FC236}">
                  <a16:creationId xmlns:a16="http://schemas.microsoft.com/office/drawing/2014/main" id="{2C63B69B-0565-412A-A79F-452DBA1E5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5850" y="1396290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>
                  <a:latin typeface="+mn-lt"/>
                </a:rPr>
                <a:t>Legend</a:t>
              </a:r>
            </a:p>
          </p:txBody>
        </p:sp>
        <p:grpSp>
          <p:nvGrpSpPr>
            <p:cNvPr id="95" name="MoonLegend3">
              <a:extLst>
                <a:ext uri="{FF2B5EF4-FFF2-40B4-BE49-F238E27FC236}">
                  <a16:creationId xmlns:a16="http://schemas.microsoft.com/office/drawing/2014/main" id="{EB835852-64E4-4DFE-8889-C6CF5CDBCAA0}"/>
                </a:ext>
              </a:extLst>
            </p:cNvPr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875175" y="835107"/>
              <a:ext cx="209550" cy="209551"/>
              <a:chOff x="4495" y="1198"/>
              <a:chExt cx="160" cy="160"/>
            </a:xfrm>
          </p:grpSpPr>
          <p:sp>
            <p:nvSpPr>
              <p:cNvPr id="99" name="Oval 47">
                <a:extLst>
                  <a:ext uri="{FF2B5EF4-FFF2-40B4-BE49-F238E27FC236}">
                    <a16:creationId xmlns:a16="http://schemas.microsoft.com/office/drawing/2014/main" id="{5F4B71A9-B7DA-4212-95B4-F827C0E5FA6B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  <p:sp>
            <p:nvSpPr>
              <p:cNvPr id="100" name="Arc 48">
                <a:extLst>
                  <a:ext uri="{FF2B5EF4-FFF2-40B4-BE49-F238E27FC236}">
                    <a16:creationId xmlns:a16="http://schemas.microsoft.com/office/drawing/2014/main" id="{4D9C05F6-BA5C-455F-B1FF-5BBFBF078656}"/>
                  </a:ext>
                </a:extLst>
              </p:cNvPr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</p:grpSp>
        <p:grpSp>
          <p:nvGrpSpPr>
            <p:cNvPr id="96" name="MoonLegend1">
              <a:extLst>
                <a:ext uri="{FF2B5EF4-FFF2-40B4-BE49-F238E27FC236}">
                  <a16:creationId xmlns:a16="http://schemas.microsoft.com/office/drawing/2014/main" id="{EBD6E51C-6124-4823-8902-4ED2D745E1E8}"/>
                </a:ext>
              </a:extLst>
            </p:cNvPr>
            <p:cNvGrpSpPr>
              <a:grpSpLocks noChangeAspect="1"/>
            </p:cNvGrpSpPr>
            <p:nvPr userDrawn="1">
              <p:custDataLst>
                <p:tags r:id="rId12"/>
              </p:custDataLst>
            </p:nvPr>
          </p:nvGrpSpPr>
          <p:grpSpPr bwMode="auto">
            <a:xfrm>
              <a:off x="7875175" y="286625"/>
              <a:ext cx="209550" cy="209551"/>
              <a:chOff x="1694" y="2044"/>
              <a:chExt cx="160" cy="160"/>
            </a:xfrm>
          </p:grpSpPr>
          <p:sp>
            <p:nvSpPr>
              <p:cNvPr id="97" name="Oval 41">
                <a:extLst>
                  <a:ext uri="{FF2B5EF4-FFF2-40B4-BE49-F238E27FC236}">
                    <a16:creationId xmlns:a16="http://schemas.microsoft.com/office/drawing/2014/main" id="{82E29AF9-BAE7-435F-9D9A-CE7D0445CE6D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  <p:sp>
            <p:nvSpPr>
              <p:cNvPr id="98" name="Arc 42" hidden="1">
                <a:extLst>
                  <a:ext uri="{FF2B5EF4-FFF2-40B4-BE49-F238E27FC236}">
                    <a16:creationId xmlns:a16="http://schemas.microsoft.com/office/drawing/2014/main" id="{63CF414D-1A75-4BB9-B313-21CDC0CD0954}"/>
                  </a:ext>
                </a:extLst>
              </p:cNvPr>
              <p:cNvSpPr>
                <a:spLocks noChangeAspect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>
                  <a:latin typeface="+mn-lt"/>
                </a:endParaRPr>
              </a:p>
            </p:txBody>
          </p:sp>
        </p:grpSp>
      </p:grpSp>
      <p:grpSp>
        <p:nvGrpSpPr>
          <p:cNvPr id="107" name="Sticker" hidden="1">
            <a:extLst>
              <a:ext uri="{FF2B5EF4-FFF2-40B4-BE49-F238E27FC236}">
                <a16:creationId xmlns:a16="http://schemas.microsoft.com/office/drawing/2014/main" id="{4A85792C-9A3D-44AE-B9D2-7F0A5493836A}"/>
              </a:ext>
            </a:extLst>
          </p:cNvPr>
          <p:cNvGrpSpPr/>
          <p:nvPr/>
        </p:nvGrpSpPr>
        <p:grpSpPr bwMode="auto">
          <a:xfrm>
            <a:off x="10809008" y="1127325"/>
            <a:ext cx="1109779" cy="220474"/>
            <a:chOff x="7653105" y="285750"/>
            <a:chExt cx="1087670" cy="216085"/>
          </a:xfrm>
        </p:grpSpPr>
        <p:sp>
          <p:nvSpPr>
            <p:cNvPr id="108" name="StickerRectangle">
              <a:extLst>
                <a:ext uri="{FF2B5EF4-FFF2-40B4-BE49-F238E27FC236}">
                  <a16:creationId xmlns:a16="http://schemas.microsoft.com/office/drawing/2014/main" id="{E972A9B9-5A81-4386-9F7D-7DFE334BA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3105" y="285750"/>
              <a:ext cx="1087670" cy="216085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>
                <a:buClr>
                  <a:schemeClr val="tx2"/>
                </a:buClr>
              </a:pPr>
              <a:r>
                <a:rPr lang="en-US" sz="1224">
                  <a:solidFill>
                    <a:srgbClr val="808080"/>
                  </a:solidFill>
                  <a:latin typeface="+mn-lt"/>
                </a:rPr>
                <a:t>PRELIMINARY</a:t>
              </a:r>
            </a:p>
          </p:txBody>
        </p:sp>
        <p:cxnSp>
          <p:nvCxnSpPr>
            <p:cNvPr id="109" name="AutoShape 31">
              <a:extLst>
                <a:ext uri="{FF2B5EF4-FFF2-40B4-BE49-F238E27FC236}">
                  <a16:creationId xmlns:a16="http://schemas.microsoft.com/office/drawing/2014/main" id="{5B9E66D7-5E00-446D-92D1-8FE9C9EA3E24}"/>
                </a:ext>
              </a:extLst>
            </p:cNvPr>
            <p:cNvCxnSpPr>
              <a:cxnSpLocks noChangeShapeType="1"/>
              <a:stCxn id="108" idx="2"/>
              <a:endCxn id="108" idx="4"/>
            </p:cNvCxnSpPr>
            <p:nvPr/>
          </p:nvCxnSpPr>
          <p:spPr bwMode="auto">
            <a:xfrm>
              <a:off x="7653105" y="285750"/>
              <a:ext cx="0" cy="216085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" name="AutoShape 32">
              <a:extLst>
                <a:ext uri="{FF2B5EF4-FFF2-40B4-BE49-F238E27FC236}">
                  <a16:creationId xmlns:a16="http://schemas.microsoft.com/office/drawing/2014/main" id="{1D35F8CA-44D4-4260-9C22-C36B92432376}"/>
                </a:ext>
              </a:extLst>
            </p:cNvPr>
            <p:cNvCxnSpPr>
              <a:cxnSpLocks noChangeShapeType="1"/>
              <a:stCxn id="108" idx="4"/>
              <a:endCxn id="108" idx="6"/>
            </p:cNvCxnSpPr>
            <p:nvPr/>
          </p:nvCxnSpPr>
          <p:spPr bwMode="auto">
            <a:xfrm>
              <a:off x="7653105" y="501835"/>
              <a:ext cx="1087670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11" name="Прямая соединительная линия 9">
            <a:extLst>
              <a:ext uri="{FF2B5EF4-FFF2-40B4-BE49-F238E27FC236}">
                <a16:creationId xmlns:a16="http://schemas.microsoft.com/office/drawing/2014/main" id="{C1619B72-F775-41DB-ABD6-96F81702948B}"/>
              </a:ext>
            </a:extLst>
          </p:cNvPr>
          <p:cNvCxnSpPr/>
          <p:nvPr/>
        </p:nvCxnSpPr>
        <p:spPr>
          <a:xfrm>
            <a:off x="11510587" y="6634879"/>
            <a:ext cx="0" cy="11014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Прямоугольник 10">
            <a:extLst>
              <a:ext uri="{FF2B5EF4-FFF2-40B4-BE49-F238E27FC236}">
                <a16:creationId xmlns:a16="http://schemas.microsoft.com/office/drawing/2014/main" id="{5C881C49-95BA-407C-B404-D74CD35C1188}"/>
              </a:ext>
            </a:extLst>
          </p:cNvPr>
          <p:cNvSpPr/>
          <p:nvPr/>
        </p:nvSpPr>
        <p:spPr>
          <a:xfrm>
            <a:off x="11625056" y="6619048"/>
            <a:ext cx="293731" cy="1280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183C11A7-65B7-4FE1-9F03-5E9D53C27AC7}" type="slidenum">
              <a:rPr lang="ru-RU" sz="816" b="1">
                <a:solidFill>
                  <a:schemeClr val="accent6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16" b="1">
              <a:solidFill>
                <a:schemeClr val="accent6"/>
              </a:solidFill>
            </a:endParaRPr>
          </a:p>
        </p:txBody>
      </p:sp>
      <p:sp>
        <p:nvSpPr>
          <p:cNvPr id="113" name="LogoRus">
            <a:extLst>
              <a:ext uri="{FF2B5EF4-FFF2-40B4-BE49-F238E27FC236}">
                <a16:creationId xmlns:a16="http://schemas.microsoft.com/office/drawing/2014/main" id="{4DC6CDEE-0AF5-4A45-BDC3-C3A5FA3413D7}"/>
              </a:ext>
            </a:extLst>
          </p:cNvPr>
          <p:cNvSpPr/>
          <p:nvPr/>
        </p:nvSpPr>
        <p:spPr>
          <a:xfrm>
            <a:off x="7154296" y="6599246"/>
            <a:ext cx="4285018" cy="16521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816">
                <a:solidFill>
                  <a:schemeClr val="accent6"/>
                </a:solidFill>
                <a:latin typeface="+mn-lt"/>
              </a:rPr>
              <a:t>Газпром нефть</a:t>
            </a:r>
          </a:p>
        </p:txBody>
      </p:sp>
      <p:sp>
        <p:nvSpPr>
          <p:cNvPr id="65" name="4. Footnote" hidden="1">
            <a:extLst>
              <a:ext uri="{FF2B5EF4-FFF2-40B4-BE49-F238E27FC236}">
                <a16:creationId xmlns:a16="http://schemas.microsoft.com/office/drawing/2014/main" id="{451D9770-7D46-4EC2-8968-514E9BD83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14" y="6433003"/>
            <a:ext cx="11645573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marL="104775" indent="-104775"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10318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217613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404938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89085" indent="-89085">
              <a:defRPr/>
            </a:pPr>
            <a:r>
              <a:rPr lang="en-US" sz="816" baseline="0">
                <a:solidFill>
                  <a:schemeClr val="accent6"/>
                </a:solidFill>
                <a:latin typeface="+mn-lt"/>
                <a:ea typeface="+mn-ea"/>
              </a:rPr>
              <a:t>1 Footnote</a:t>
            </a:r>
          </a:p>
        </p:txBody>
      </p:sp>
      <p:sp>
        <p:nvSpPr>
          <p:cNvPr id="66" name="5. Source" hidden="1">
            <a:extLst>
              <a:ext uri="{FF2B5EF4-FFF2-40B4-BE49-F238E27FC236}">
                <a16:creationId xmlns:a16="http://schemas.microsoft.com/office/drawing/2014/main" id="{3027C3CF-2B7F-4A00-ACF3-89B834E41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14" y="6617291"/>
            <a:ext cx="10106265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502115" indent="-502115" defTabSz="913526">
              <a:tabLst>
                <a:tab pos="643032" algn="l"/>
              </a:tabLst>
            </a:pPr>
            <a:r>
              <a:rPr lang="en-US" sz="816" baseline="0">
                <a:solidFill>
                  <a:schemeClr val="accent6"/>
                </a:solidFill>
                <a:latin typeface="+mn-lt"/>
                <a:ea typeface="+mn-ea"/>
              </a:rPr>
              <a:t>SOURCE: Source</a:t>
            </a:r>
          </a:p>
        </p:txBody>
      </p:sp>
      <p:sp>
        <p:nvSpPr>
          <p:cNvPr id="5" name="Working Draft" hidden="1">
            <a:extLst>
              <a:ext uri="{FF2B5EF4-FFF2-40B4-BE49-F238E27FC236}">
                <a16:creationId xmlns:a16="http://schemas.microsoft.com/office/drawing/2014/main" id="{65BD8E4B-9492-4D93-9806-1252F7257A48}"/>
              </a:ext>
            </a:extLst>
          </p:cNvPr>
          <p:cNvSpPr txBox="1"/>
          <p:nvPr/>
        </p:nvSpPr>
        <p:spPr>
          <a:xfrm rot="5400000">
            <a:off x="10831413" y="2590642"/>
            <a:ext cx="2591592" cy="19031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612">
                <a:solidFill>
                  <a:srgbClr val="808080"/>
                </a:solidFill>
              </a:rPr>
              <a:t>Last Modified 02.03.2022 15:38 SE Asia Standard Time</a:t>
            </a:r>
            <a:endParaRPr lang="ru-RU" sz="612">
              <a:solidFill>
                <a:srgbClr val="808080"/>
              </a:solidFill>
            </a:endParaRPr>
          </a:p>
        </p:txBody>
      </p:sp>
      <p:sp>
        <p:nvSpPr>
          <p:cNvPr id="7" name="Printed" hidden="1">
            <a:extLst>
              <a:ext uri="{FF2B5EF4-FFF2-40B4-BE49-F238E27FC236}">
                <a16:creationId xmlns:a16="http://schemas.microsoft.com/office/drawing/2014/main" id="{A2BAC808-7146-4598-9448-F7F7B2A44FB5}"/>
              </a:ext>
            </a:extLst>
          </p:cNvPr>
          <p:cNvSpPr txBox="1"/>
          <p:nvPr/>
        </p:nvSpPr>
        <p:spPr>
          <a:xfrm rot="5400000">
            <a:off x="11479311" y="4486283"/>
            <a:ext cx="1295796" cy="2864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612">
                <a:solidFill>
                  <a:srgbClr val="808080"/>
                </a:solidFill>
              </a:rPr>
              <a:t>Printed 25.01.2022 8:51 Russia TZ 2 Standard Time</a:t>
            </a:r>
            <a:endParaRPr lang="ru-RU" sz="612">
              <a:solidFill>
                <a:srgbClr val="808080"/>
              </a:solidFill>
            </a:endParaRPr>
          </a:p>
        </p:txBody>
      </p:sp>
      <p:sp>
        <p:nvSpPr>
          <p:cNvPr id="62" name="Rectangle 6">
            <a:extLst>
              <a:ext uri="{FF2B5EF4-FFF2-40B4-BE49-F238E27FC236}">
                <a16:creationId xmlns:a16="http://schemas.microsoft.com/office/drawing/2014/main" id="{1C56E18F-B42A-4C4B-BF18-ED569C6A01B5}"/>
              </a:ext>
            </a:extLst>
          </p:cNvPr>
          <p:cNvSpPr/>
          <p:nvPr userDrawn="1"/>
        </p:nvSpPr>
        <p:spPr>
          <a:xfrm>
            <a:off x="402717" y="228818"/>
            <a:ext cx="673546" cy="45667"/>
          </a:xfrm>
          <a:prstGeom prst="rect">
            <a:avLst/>
          </a:prstGeom>
          <a:solidFill>
            <a:srgbClr val="8A8A8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12"/>
              </a:spcBef>
            </a:pPr>
            <a:endParaRPr lang="ru-RU" sz="1224">
              <a:solidFill>
                <a:schemeClr val="tx1"/>
              </a:solidFill>
            </a:endParaRPr>
          </a:p>
        </p:txBody>
      </p:sp>
      <p:sp>
        <p:nvSpPr>
          <p:cNvPr id="64" name="Rectangle 7">
            <a:extLst>
              <a:ext uri="{FF2B5EF4-FFF2-40B4-BE49-F238E27FC236}">
                <a16:creationId xmlns:a16="http://schemas.microsoft.com/office/drawing/2014/main" id="{1ED41F63-C485-6140-8F73-292A49F9D6DE}"/>
              </a:ext>
            </a:extLst>
          </p:cNvPr>
          <p:cNvSpPr/>
          <p:nvPr userDrawn="1"/>
        </p:nvSpPr>
        <p:spPr>
          <a:xfrm>
            <a:off x="402717" y="826236"/>
            <a:ext cx="673546" cy="45667"/>
          </a:xfrm>
          <a:prstGeom prst="rect">
            <a:avLst/>
          </a:prstGeom>
          <a:solidFill>
            <a:srgbClr val="8A8A8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12"/>
              </a:spcBef>
            </a:pPr>
            <a:endParaRPr lang="ru-RU" sz="1224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06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</p:sldLayoutIdLst>
  <p:hf hdr="0" ftr="0"/>
  <p:txStyles>
    <p:titleStyle>
      <a:lvl1pPr algn="l" defTabSz="913526" rtl="0" eaLnBrk="1" fontAlgn="base" hangingPunct="1">
        <a:spcBef>
          <a:spcPct val="0"/>
        </a:spcBef>
        <a:spcAft>
          <a:spcPct val="0"/>
        </a:spcAft>
        <a:tabLst>
          <a:tab pos="275353" algn="l"/>
        </a:tabLst>
        <a:defRPr sz="2041" b="0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2pPr>
      <a:lvl3pPr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3pPr>
      <a:lvl4pPr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4pPr>
      <a:lvl5pPr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5pPr>
      <a:lvl6pPr marL="466481"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6pPr>
      <a:lvl7pPr marL="932962"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7pPr>
      <a:lvl8pPr marL="1399443"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8pPr>
      <a:lvl9pPr marL="1865925"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defRPr sz="1632" baseline="0">
          <a:solidFill>
            <a:schemeClr val="tx1"/>
          </a:solidFill>
          <a:latin typeface="+mn-lt"/>
          <a:ea typeface="+mn-ea"/>
          <a:cs typeface="+mn-cs"/>
        </a:defRPr>
      </a:lvl1pPr>
      <a:lvl2pPr marL="197607" indent="-195987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32" baseline="0">
          <a:solidFill>
            <a:schemeClr val="tx1"/>
          </a:solidFill>
          <a:latin typeface="+mn-lt"/>
        </a:defRPr>
      </a:lvl2pPr>
      <a:lvl3pPr marL="466481" indent="-267255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32" baseline="0">
          <a:solidFill>
            <a:schemeClr val="tx1"/>
          </a:solidFill>
          <a:latin typeface="+mn-lt"/>
        </a:defRPr>
      </a:lvl3pPr>
      <a:lvl4pPr marL="626835" indent="-158733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32" baseline="0">
          <a:solidFill>
            <a:schemeClr val="tx1"/>
          </a:solidFill>
          <a:latin typeface="+mn-lt"/>
        </a:defRPr>
      </a:lvl4pPr>
      <a:lvl5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2" baseline="0">
          <a:solidFill>
            <a:schemeClr val="tx1"/>
          </a:solidFill>
          <a:latin typeface="+mn-lt"/>
        </a:defRPr>
      </a:lvl5pPr>
      <a:lvl6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2" baseline="0">
          <a:solidFill>
            <a:schemeClr val="tx1"/>
          </a:solidFill>
          <a:latin typeface="+mn-lt"/>
        </a:defRPr>
      </a:lvl6pPr>
      <a:lvl7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2" baseline="0">
          <a:solidFill>
            <a:schemeClr val="tx1"/>
          </a:solidFill>
          <a:latin typeface="+mn-lt"/>
        </a:defRPr>
      </a:lvl7pPr>
      <a:lvl8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2" baseline="0">
          <a:solidFill>
            <a:schemeClr val="tx1"/>
          </a:solidFill>
          <a:latin typeface="+mn-lt"/>
        </a:defRPr>
      </a:lvl8pPr>
      <a:lvl9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2" baseline="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1pPr>
      <a:lvl2pPr marL="466481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2pPr>
      <a:lvl3pPr marL="932962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3pPr>
      <a:lvl4pPr marL="1399443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4pPr>
      <a:lvl5pPr marL="1865925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5pPr>
      <a:lvl6pPr marL="2332406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6pPr>
      <a:lvl7pPr marL="2798887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7pPr>
      <a:lvl8pPr marL="3265368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8pPr>
      <a:lvl9pPr marL="3731849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92041052031050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iencedirect.com/science/article/pii/S0920410521004770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8079-9CD4-3A23-6EBF-9CCF05DE7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2DF6EB-3322-B6DF-CAF5-DC78CDB917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Plan outline (memo 18.09.2025)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690F7-5E33-3925-015E-A3A305CF152E}"/>
              </a:ext>
            </a:extLst>
          </p:cNvPr>
          <p:cNvSpPr txBox="1"/>
          <p:nvPr/>
        </p:nvSpPr>
        <p:spPr>
          <a:xfrm>
            <a:off x="486133" y="980941"/>
            <a:ext cx="10943867" cy="5753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Suggestion: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Make uncertainty quantification (UQ) the primary contribution of the conference submission. This is less explored in ML for geoscience compared with yet another classifier with small accuracy gain.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Problem: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Facies prediction from well logs with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explicit uncertainty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acknowledging limited labels, heterogeneity, and interpretational ambiguity.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Approaches: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Multi-scenario (many models) aggregation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(as seen in </a:t>
            </a:r>
            <a:r>
              <a:rPr lang="en-US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Halotel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Demyanov, Gardiner, 2016)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Train many models, each on a different training/validation well combination.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Calibrate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Random Forest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outputs on a held-out calibration split of the blind-well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Run all of them on the same test well.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 each depth, they count how often each facies is predicted across those models.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That count, converted to proportions, becomes a “facies proportion log”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 do on different feature subsets (i.e. 7 vs 11 features) uncertainty reduction (i.e. discriminative context added) can be shown</a:t>
            </a:r>
            <a:r>
              <a:rPr lang="en-US" sz="14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+explore calibration and scaling (</a:t>
            </a:r>
            <a:r>
              <a:rPr lang="en-US" sz="14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https://www.sciencedirect.com/science/article/pii/S0920410520310500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Bayesian angle as an alternative paradigm for UQ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(Vasily suggestion)</a:t>
            </a:r>
          </a:p>
          <a:p>
            <a:pPr marL="457200">
              <a:lnSpc>
                <a:spcPct val="115000"/>
              </a:lnSpc>
              <a:buNone/>
            </a:pPr>
            <a:r>
              <a:rPr lang="en-US" sz="14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https://www.sciencedirect.com/science/article/pii/S0920410521004770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Build one small neural net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with dropout.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 test time, dropout is ON and net is ran many times.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Each run is like asking a slightly different model.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Average their probabilities → final prediction.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Spread between runs → uncertainty.</a:t>
            </a:r>
          </a:p>
        </p:txBody>
      </p:sp>
    </p:spTree>
    <p:extLst>
      <p:ext uri="{BB962C8B-B14F-4D97-AF65-F5344CB8AC3E}">
        <p14:creationId xmlns:p14="http://schemas.microsoft.com/office/powerpoint/2010/main" val="4053683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22C983-E0C3-DBD5-B1DB-2498AD574C5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87FBA72-5F94-4295-B417-E950E1EFE33B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1965A5-787B-8CA0-5B40-AFF2F8BC3C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Approach 1. Multi-scenario aggregation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214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BCCC7-0D7C-74D7-CD24-2776557BC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4184C6-371F-B08B-4A4A-D6B2C8DD5A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The idea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C39E8D-E7E5-2D77-AD4D-C7AEA3248467}"/>
              </a:ext>
            </a:extLst>
          </p:cNvPr>
          <p:cNvSpPr txBox="1"/>
          <p:nvPr/>
        </p:nvSpPr>
        <p:spPr>
          <a:xfrm>
            <a:off x="486133" y="893962"/>
            <a:ext cx="10943867" cy="2662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Turn facies prediction into probabilities (not just hard labels) by </a:t>
            </a:r>
            <a:r>
              <a:rPr lang="en-US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ensembling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many models trained on different well combinations.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model agreement as a proxy for confidence and map it along depth to highlight where the model is sure vs unsure.</a:t>
            </a:r>
            <a:endParaRPr lang="ru-RU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Deliver facies-proportion logs + uncertainty metrics to guide interpretation and decisions</a:t>
            </a:r>
          </a:p>
        </p:txBody>
      </p:sp>
    </p:spTree>
    <p:extLst>
      <p:ext uri="{BB962C8B-B14F-4D97-AF65-F5344CB8AC3E}">
        <p14:creationId xmlns:p14="http://schemas.microsoft.com/office/powerpoint/2010/main" val="2489229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BBEE0-0195-B62F-126A-C852492B0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EA1A49-EBD2-88EA-50DC-1429751DD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wells selection for experiments</a:t>
            </a:r>
          </a:p>
        </p:txBody>
      </p:sp>
      <p:pic>
        <p:nvPicPr>
          <p:cNvPr id="4" name="Picture 3" descr="A colorful bars with black text&#10;&#10;AI-generated content may be incorrect.">
            <a:extLst>
              <a:ext uri="{FF2B5EF4-FFF2-40B4-BE49-F238E27FC236}">
                <a16:creationId xmlns:a16="http://schemas.microsoft.com/office/drawing/2014/main" id="{C4EBD4A3-32F9-4CC3-33B3-D62E4014A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33" y="1624984"/>
            <a:ext cx="10289240" cy="4878426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0537B469-8C0D-0922-3ED1-2C5D6C9E0E25}"/>
              </a:ext>
            </a:extLst>
          </p:cNvPr>
          <p:cNvSpPr/>
          <p:nvPr/>
        </p:nvSpPr>
        <p:spPr>
          <a:xfrm>
            <a:off x="1353421" y="1479704"/>
            <a:ext cx="529936" cy="182294"/>
          </a:xfrm>
          <a:prstGeom prst="downArrow">
            <a:avLst/>
          </a:prstGeom>
          <a:solidFill>
            <a:srgbClr val="187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0601E-3621-49FF-86B3-AF5397EA64D4}"/>
              </a:ext>
            </a:extLst>
          </p:cNvPr>
          <p:cNvSpPr txBox="1"/>
          <p:nvPr/>
        </p:nvSpPr>
        <p:spPr>
          <a:xfrm>
            <a:off x="1391128" y="1185747"/>
            <a:ext cx="763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Test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47532E7-42E2-081F-95FF-213AF43E44D0}"/>
              </a:ext>
            </a:extLst>
          </p:cNvPr>
          <p:cNvSpPr/>
          <p:nvPr/>
        </p:nvSpPr>
        <p:spPr>
          <a:xfrm>
            <a:off x="2005186" y="1482802"/>
            <a:ext cx="529936" cy="182294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706C46-2655-C657-FB26-C1AB2463F75B}"/>
              </a:ext>
            </a:extLst>
          </p:cNvPr>
          <p:cNvSpPr txBox="1"/>
          <p:nvPr/>
        </p:nvSpPr>
        <p:spPr>
          <a:xfrm>
            <a:off x="1921064" y="1197321"/>
            <a:ext cx="763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Training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EFF8F001-EFA5-479D-1B34-01D4E2BEA27B}"/>
              </a:ext>
            </a:extLst>
          </p:cNvPr>
          <p:cNvSpPr/>
          <p:nvPr/>
        </p:nvSpPr>
        <p:spPr>
          <a:xfrm>
            <a:off x="2637903" y="1482802"/>
            <a:ext cx="529936" cy="182294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F62B23-6775-764C-0323-85097BC50B16}"/>
              </a:ext>
            </a:extLst>
          </p:cNvPr>
          <p:cNvSpPr txBox="1"/>
          <p:nvPr/>
        </p:nvSpPr>
        <p:spPr>
          <a:xfrm>
            <a:off x="2539224" y="1205621"/>
            <a:ext cx="763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Training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F7C5A955-698B-B426-BE58-591AEC7CEE9F}"/>
              </a:ext>
            </a:extLst>
          </p:cNvPr>
          <p:cNvSpPr/>
          <p:nvPr/>
        </p:nvSpPr>
        <p:spPr>
          <a:xfrm>
            <a:off x="3290307" y="1483165"/>
            <a:ext cx="529936" cy="182294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C1658B-AB78-F2CB-AFAA-F1209297F374}"/>
              </a:ext>
            </a:extLst>
          </p:cNvPr>
          <p:cNvSpPr txBox="1"/>
          <p:nvPr/>
        </p:nvSpPr>
        <p:spPr>
          <a:xfrm>
            <a:off x="3214893" y="1205621"/>
            <a:ext cx="763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Training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AD0C9362-7D51-1185-4663-B3E418ECB9C3}"/>
              </a:ext>
            </a:extLst>
          </p:cNvPr>
          <p:cNvSpPr/>
          <p:nvPr/>
        </p:nvSpPr>
        <p:spPr>
          <a:xfrm>
            <a:off x="7205148" y="1483803"/>
            <a:ext cx="529936" cy="182294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7B599-9B7F-B5E3-6E77-9D9D1E168A3E}"/>
              </a:ext>
            </a:extLst>
          </p:cNvPr>
          <p:cNvSpPr txBox="1"/>
          <p:nvPr/>
        </p:nvSpPr>
        <p:spPr>
          <a:xfrm>
            <a:off x="7150516" y="1225859"/>
            <a:ext cx="763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237878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0A72-3E39-EE1E-9AAC-D753F601C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A90835-641B-F17B-0815-29B8B10E9A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Experiment 1. how it works for 5 wells </a:t>
            </a:r>
            <a:r>
              <a:rPr lang="en-GB" dirty="0" err="1">
                <a:solidFill>
                  <a:schemeClr val="tx1"/>
                </a:solidFill>
                <a:latin typeface="Aptos Display" panose="020B0004020202020204" pitchFamily="34" charset="0"/>
              </a:rPr>
              <a:t>a,b,c,d,E</a:t>
            </a:r>
            <a:endParaRPr lang="en-GB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0C2A94-5847-7371-DA73-1D0236EE3176}"/>
              </a:ext>
            </a:extLst>
          </p:cNvPr>
          <p:cNvSpPr txBox="1"/>
          <p:nvPr/>
        </p:nvSpPr>
        <p:spPr>
          <a:xfrm>
            <a:off x="486133" y="893962"/>
            <a:ext cx="10943867" cy="5514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Start from a normalized dataset with logs + engineered features and known facies labels.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Take well E as a test (blind) well 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 of 4 remaining wells A,B,C,D generate all possible training combinations, i.e. 4 models of 3 wells in each model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Train each of 4 models and predict in each depth sample of well E 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each depth sample in Well E, get 4 different predictions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Calculate Facies Proportions (Voting) 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Quantify Uncertainty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Confidence = max vote % (or max soft probability)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Uncertainty = 1 − max vote (+ entropy as optional normalized measure)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8. 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Produce facies-proportion logs + uncertainty logs by depth and well.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9. 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Produce visual diagnostics: model-accuracy distribution; uncertainty histogram; vote-agreement histogram; ranked model accuracies with ensemble line; uncertainty vs depth per well;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1572227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3B581-092D-7725-3743-B81D22FE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1F9D56-DAAA-13D0-BD69-B3DADD56DC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Aptos Display" panose="020B0004020202020204" pitchFamily="34" charset="0"/>
              </a:rPr>
              <a:t>Experiment 1. UQ results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2D993C20-FC8C-69D1-C39B-7F1B6E0A7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33" y="951665"/>
            <a:ext cx="8908473" cy="590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736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VaNioeQEy1srSxzx_jY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4YkgoFzSveu3G93IPC8o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GPN">
  <a:themeElements>
    <a:clrScheme name="ГПН">
      <a:dk1>
        <a:srgbClr val="3C3C3C"/>
      </a:dk1>
      <a:lt1>
        <a:srgbClr val="FFFFFF"/>
      </a:lt1>
      <a:dk2>
        <a:srgbClr val="000000"/>
      </a:dk2>
      <a:lt2>
        <a:srgbClr val="706F6F"/>
      </a:lt2>
      <a:accent1>
        <a:srgbClr val="004077"/>
      </a:accent1>
      <a:accent2>
        <a:srgbClr val="2FB4E9"/>
      </a:accent2>
      <a:accent3>
        <a:srgbClr val="0070BA"/>
      </a:accent3>
      <a:accent4>
        <a:srgbClr val="DADADA"/>
      </a:accent4>
      <a:accent5>
        <a:srgbClr val="AEBD15"/>
      </a:accent5>
      <a:accent6>
        <a:srgbClr val="F7A600"/>
      </a:accent6>
      <a:hlink>
        <a:srgbClr val="0070BA"/>
      </a:hlink>
      <a:folHlink>
        <a:srgbClr val="706F6F"/>
      </a:folHlink>
    </a:clrScheme>
    <a:fontScheme name="Газпром нефть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>
          <a:solidFill>
            <a:schemeClr val="accent2"/>
          </a:solidFill>
        </a:ln>
      </a:spPr>
      <a:bodyPr rtlCol="0" anchor="ctr"/>
      <a:lstStyle>
        <a:defPPr>
          <a:spcBef>
            <a:spcPts val="600"/>
          </a:spcBef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rIns="0" rtlCol="0">
        <a:spAutoFit/>
      </a:bodyPr>
      <a:lstStyle>
        <a:defPPr>
          <a:spcBef>
            <a:spcPts val="600"/>
          </a:spcBef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PN" id="{61F47B3E-64E5-4AE0-86A0-C45BC09D9B4E}" vid="{C4ECD454-C700-48C3-9425-2378808C9D0B}"/>
    </a:ext>
  </a:extLst>
</a:theme>
</file>

<file path=ppt/theme/theme2.xml><?xml version="1.0" encoding="utf-8"?>
<a:theme xmlns:a="http://schemas.openxmlformats.org/drawingml/2006/main" name="8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GAS176_CF">
  <a:themeElements>
    <a:clrScheme name="Current">
      <a:dk1>
        <a:srgbClr val="000000"/>
      </a:dk1>
      <a:lt1>
        <a:srgbClr val="FFFFFF"/>
      </a:lt1>
      <a:dk2>
        <a:srgbClr val="004077"/>
      </a:dk2>
      <a:lt2>
        <a:srgbClr val="FFFFFF"/>
      </a:lt2>
      <a:accent1>
        <a:srgbClr val="DADADA"/>
      </a:accent1>
      <a:accent2>
        <a:srgbClr val="2FB4E9"/>
      </a:accent2>
      <a:accent3>
        <a:srgbClr val="0070BA"/>
      </a:accent3>
      <a:accent4>
        <a:srgbClr val="004077"/>
      </a:accent4>
      <a:accent5>
        <a:srgbClr val="F7A600"/>
      </a:accent5>
      <a:accent6>
        <a:srgbClr val="808080"/>
      </a:accent6>
      <a:hlink>
        <a:srgbClr val="0070BA"/>
      </a:hlink>
      <a:folHlink>
        <a:srgbClr val="004077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4077"/>
        </a:dk2>
        <a:lt2>
          <a:srgbClr val="FFFFFF"/>
        </a:lt2>
        <a:accent1>
          <a:srgbClr val="DADADA"/>
        </a:accent1>
        <a:accent2>
          <a:srgbClr val="2FB4E9"/>
        </a:accent2>
        <a:accent3>
          <a:srgbClr val="0070BA"/>
        </a:accent3>
        <a:accent4>
          <a:srgbClr val="004077"/>
        </a:accent4>
        <a:accent5>
          <a:srgbClr val="F7A600"/>
        </a:accent5>
        <a:accent6>
          <a:srgbClr val="808080"/>
        </a:accent6>
        <a:hlink>
          <a:srgbClr val="0070BA"/>
        </a:hlink>
        <a:folHlink>
          <a:srgbClr val="0040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AS176_CF.potx" id="{95FABE8A-ADB8-4F37-8181-E3F3C166AC10}" vid="{749AED44-F945-4740-A7E9-2E5AC5B2820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F41A4901A66E46BF89403381D316C3" ma:contentTypeVersion="11" ma:contentTypeDescription="Create a new document." ma:contentTypeScope="" ma:versionID="94fe9250a839dee34cf8451dcef886d1">
  <xsd:schema xmlns:xsd="http://www.w3.org/2001/XMLSchema" xmlns:xs="http://www.w3.org/2001/XMLSchema" xmlns:p="http://schemas.microsoft.com/office/2006/metadata/properties" xmlns:ns2="24d6f15c-f0d7-49bb-8703-49aa73e46e1b" xmlns:ns3="67009c66-0a76-4b65-8000-30d3fe54a153" targetNamespace="http://schemas.microsoft.com/office/2006/metadata/properties" ma:root="true" ma:fieldsID="282c2b5f5334de9f3b8b26bc7f108626" ns2:_="" ns3:_="">
    <xsd:import namespace="24d6f15c-f0d7-49bb-8703-49aa73e46e1b"/>
    <xsd:import namespace="67009c66-0a76-4b65-8000-30d3fe54a1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d6f15c-f0d7-49bb-8703-49aa73e46e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1f8fe375-cbb6-4b35-9ea2-3916cf22ce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009c66-0a76-4b65-8000-30d3fe54a15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bd70632-2951-4ab3-8369-600dbb022840}" ma:internalName="TaxCatchAll" ma:showField="CatchAllData" ma:web="67009c66-0a76-4b65-8000-30d3fe54a1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7009c66-0a76-4b65-8000-30d3fe54a153" xsi:nil="true"/>
    <lcf76f155ced4ddcb4097134ff3c332f xmlns="24d6f15c-f0d7-49bb-8703-49aa73e46e1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4458A53-2E5E-43D6-BE7D-3DA2005886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AD7F5B-E585-4526-AE94-C7C2B5AB37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4d6f15c-f0d7-49bb-8703-49aa73e46e1b"/>
    <ds:schemaRef ds:uri="67009c66-0a76-4b65-8000-30d3fe54a1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D9EAA4-99CA-4DA4-8AD2-AB52CAFB2FF6}">
  <ds:schemaRefs>
    <ds:schemaRef ds:uri="24d6f15c-f0d7-49bb-8703-49aa73e46e1b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  <ds:schemaRef ds:uri="http://schemas.openxmlformats.org/package/2006/metadata/core-properties"/>
    <ds:schemaRef ds:uri="67009c66-0a76-4b65-8000-30d3fe54a15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20535</TotalTime>
  <Words>531</Words>
  <Application>Microsoft Office PowerPoint</Application>
  <PresentationFormat>Widescreen</PresentationFormat>
  <Paragraphs>49</Paragraphs>
  <Slides>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Aptos</vt:lpstr>
      <vt:lpstr>Aptos Display</vt:lpstr>
      <vt:lpstr>Arial</vt:lpstr>
      <vt:lpstr>Arial Narrow</vt:lpstr>
      <vt:lpstr>Calibri</vt:lpstr>
      <vt:lpstr>Symbol</vt:lpstr>
      <vt:lpstr>Tahoma</vt:lpstr>
      <vt:lpstr>Wingdings</vt:lpstr>
      <vt:lpstr>1_GPN</vt:lpstr>
      <vt:lpstr>8_Тема Office</vt:lpstr>
      <vt:lpstr>2_GAS176_CF</vt:lpstr>
      <vt:lpstr>think-cell Slide</vt:lpstr>
      <vt:lpstr>Слайд think-cell</vt:lpstr>
      <vt:lpstr>Plan outline (memo 18.09.2025)</vt:lpstr>
      <vt:lpstr>Approach 1. Multi-scenario aggregation </vt:lpstr>
      <vt:lpstr>The idea</vt:lpstr>
      <vt:lpstr>wells selection for experiments</vt:lpstr>
      <vt:lpstr>Experiment 1. how it works for 5 wells a,b,c,d,E</vt:lpstr>
      <vt:lpstr>Experiment 1. UQ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Artem Potlog</dc:creator>
  <cp:lastModifiedBy>Artem Potlog</cp:lastModifiedBy>
  <cp:revision>39</cp:revision>
  <cp:lastPrinted>2025-05-28T08:29:27Z</cp:lastPrinted>
  <dcterms:created xsi:type="dcterms:W3CDTF">2022-07-28T14:54:47Z</dcterms:created>
  <dcterms:modified xsi:type="dcterms:W3CDTF">2025-10-01T09:40:25Z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0x010100B8F41A4901A66E46BF89403381D316C3</vt:lpwstr>
  </property>
  <property fmtid="{D5CDD505-2E9C-101B-9397-08002B2CF9AE}" pid="3" name="MediaServiceImageTags">
    <vt:lpwstr/>
  </property>
</Properties>
</file>